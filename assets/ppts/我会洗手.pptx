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web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5b0988e595225.cdn.sohucs.com/e9a2c3f1e698e519d7a9791af1c3c4e94a688e76.jpeg"/>
          <p:cNvPicPr>
            <a:picLocks noChangeAspect="1"/>
          </p:cNvPicPr>
          <p:nvPr/>
        </p:nvPicPr>
        <p:blipFill>
          <a:blip r:embed="rId1">
            <a:alphaModFix amt="20000"/>
          </a:blip>
          <a:srcRect t="16399" b="16399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49225" y="52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89CFF0">
              <a:alpha val="3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7178675" y="18034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428750" y="238125"/>
                </a:moveTo>
                <a:cubicBezTo>
                  <a:pt x="1494462" y="238125"/>
                  <a:pt x="1547813" y="184775"/>
                  <a:pt x="1547813" y="119062"/>
                </a:cubicBezTo>
                <a:cubicBezTo>
                  <a:pt x="1547813" y="53350"/>
                  <a:pt x="1494462" y="0"/>
                  <a:pt x="1428750" y="0"/>
                </a:cubicBezTo>
                <a:cubicBezTo>
                  <a:pt x="1363038" y="0"/>
                  <a:pt x="1309688" y="53350"/>
                  <a:pt x="1309688" y="119062"/>
                </a:cubicBezTo>
                <a:cubicBezTo>
                  <a:pt x="1309688" y="184775"/>
                  <a:pt x="1363038" y="238125"/>
                  <a:pt x="1428750" y="238125"/>
                </a:cubicBezTo>
                <a:close/>
                <a:moveTo>
                  <a:pt x="1785938" y="714375"/>
                </a:moveTo>
                <a:cubicBezTo>
                  <a:pt x="1851650" y="714375"/>
                  <a:pt x="1905000" y="661025"/>
                  <a:pt x="1905000" y="595313"/>
                </a:cubicBezTo>
                <a:cubicBezTo>
                  <a:pt x="1905000" y="529600"/>
                  <a:pt x="1851650" y="476250"/>
                  <a:pt x="1785938" y="476250"/>
                </a:cubicBezTo>
                <a:cubicBezTo>
                  <a:pt x="1720225" y="476250"/>
                  <a:pt x="1666875" y="529600"/>
                  <a:pt x="1666875" y="595313"/>
                </a:cubicBezTo>
                <a:cubicBezTo>
                  <a:pt x="1666875" y="661025"/>
                  <a:pt x="1720225" y="714375"/>
                  <a:pt x="1785938" y="714375"/>
                </a:cubicBezTo>
                <a:close/>
                <a:moveTo>
                  <a:pt x="476250" y="1726406"/>
                </a:moveTo>
                <a:cubicBezTo>
                  <a:pt x="476250" y="1627838"/>
                  <a:pt x="396225" y="1547813"/>
                  <a:pt x="297656" y="1547813"/>
                </a:cubicBezTo>
                <a:cubicBezTo>
                  <a:pt x="199088" y="1547813"/>
                  <a:pt x="119063" y="1627838"/>
                  <a:pt x="119062" y="1726406"/>
                </a:cubicBezTo>
                <a:cubicBezTo>
                  <a:pt x="119063" y="1824975"/>
                  <a:pt x="199088" y="1905000"/>
                  <a:pt x="297656" y="1905000"/>
                </a:cubicBezTo>
                <a:cubicBezTo>
                  <a:pt x="396225" y="1905000"/>
                  <a:pt x="476250" y="1824975"/>
                  <a:pt x="476250" y="1726406"/>
                </a:cubicBezTo>
                <a:close/>
                <a:moveTo>
                  <a:pt x="0" y="595313"/>
                </a:moveTo>
                <a:lnTo>
                  <a:pt x="372" y="865436"/>
                </a:lnTo>
                <a:cubicBezTo>
                  <a:pt x="372" y="1032123"/>
                  <a:pt x="65856" y="1189509"/>
                  <a:pt x="178594" y="1305967"/>
                </a:cubicBezTo>
                <a:cubicBezTo>
                  <a:pt x="179710" y="1019473"/>
                  <a:pt x="327794" y="753814"/>
                  <a:pt x="570756" y="601638"/>
                </a:cubicBezTo>
                <a:lnTo>
                  <a:pt x="577825" y="597173"/>
                </a:lnTo>
                <a:cubicBezTo>
                  <a:pt x="568523" y="583406"/>
                  <a:pt x="567407" y="565175"/>
                  <a:pt x="576337" y="549920"/>
                </a:cubicBezTo>
                <a:lnTo>
                  <a:pt x="807021" y="150316"/>
                </a:lnTo>
                <a:cubicBezTo>
                  <a:pt x="831577" y="107528"/>
                  <a:pt x="817066" y="52834"/>
                  <a:pt x="774278" y="28277"/>
                </a:cubicBezTo>
                <a:cubicBezTo>
                  <a:pt x="731490" y="3721"/>
                  <a:pt x="677168" y="18604"/>
                  <a:pt x="652611" y="61392"/>
                </a:cubicBezTo>
                <a:lnTo>
                  <a:pt x="399604" y="499690"/>
                </a:lnTo>
                <a:lnTo>
                  <a:pt x="399604" y="499690"/>
                </a:lnTo>
                <a:lnTo>
                  <a:pt x="399604" y="499690"/>
                </a:lnTo>
                <a:lnTo>
                  <a:pt x="238497" y="778743"/>
                </a:lnTo>
                <a:lnTo>
                  <a:pt x="238497" y="595313"/>
                </a:lnTo>
                <a:cubicBezTo>
                  <a:pt x="238497" y="529456"/>
                  <a:pt x="184919" y="476250"/>
                  <a:pt x="119435" y="476250"/>
                </a:cubicBezTo>
                <a:cubicBezTo>
                  <a:pt x="53950" y="476250"/>
                  <a:pt x="0" y="529828"/>
                  <a:pt x="0" y="595313"/>
                </a:cubicBezTo>
                <a:close/>
                <a:moveTo>
                  <a:pt x="794742" y="461739"/>
                </a:moveTo>
                <a:cubicBezTo>
                  <a:pt x="847204" y="428997"/>
                  <a:pt x="905619" y="414486"/>
                  <a:pt x="962918" y="416719"/>
                </a:cubicBezTo>
                <a:lnTo>
                  <a:pt x="1098724" y="181198"/>
                </a:lnTo>
                <a:cubicBezTo>
                  <a:pt x="1123280" y="138410"/>
                  <a:pt x="1108770" y="83716"/>
                  <a:pt x="1065981" y="59159"/>
                </a:cubicBezTo>
                <a:cubicBezTo>
                  <a:pt x="1023193" y="34603"/>
                  <a:pt x="968499" y="49113"/>
                  <a:pt x="943942" y="91901"/>
                </a:cubicBezTo>
                <a:lnTo>
                  <a:pt x="694283" y="524247"/>
                </a:lnTo>
                <a:lnTo>
                  <a:pt x="794742" y="461367"/>
                </a:lnTo>
                <a:close/>
                <a:moveTo>
                  <a:pt x="1116583" y="328910"/>
                </a:moveTo>
                <a:lnTo>
                  <a:pt x="1055563" y="434578"/>
                </a:lnTo>
                <a:cubicBezTo>
                  <a:pt x="1111746" y="455042"/>
                  <a:pt x="1161976" y="492621"/>
                  <a:pt x="1198066" y="545083"/>
                </a:cubicBezTo>
                <a:lnTo>
                  <a:pt x="1271364" y="417835"/>
                </a:lnTo>
                <a:cubicBezTo>
                  <a:pt x="1295921" y="375047"/>
                  <a:pt x="1281410" y="320353"/>
                  <a:pt x="1238622" y="295796"/>
                </a:cubicBezTo>
                <a:cubicBezTo>
                  <a:pt x="1195834" y="271239"/>
                  <a:pt x="1141140" y="285750"/>
                  <a:pt x="1116583" y="328538"/>
                </a:cubicBezTo>
                <a:close/>
                <a:moveTo>
                  <a:pt x="1289224" y="565919"/>
                </a:moveTo>
                <a:lnTo>
                  <a:pt x="1242715" y="646658"/>
                </a:lnTo>
                <a:cubicBezTo>
                  <a:pt x="1250156" y="678656"/>
                  <a:pt x="1252017" y="711771"/>
                  <a:pt x="1249040" y="743769"/>
                </a:cubicBezTo>
                <a:lnTo>
                  <a:pt x="1265039" y="743769"/>
                </a:lnTo>
                <a:lnTo>
                  <a:pt x="1265039" y="743769"/>
                </a:lnTo>
                <a:lnTo>
                  <a:pt x="1393031" y="743769"/>
                </a:lnTo>
                <a:lnTo>
                  <a:pt x="1444005" y="655216"/>
                </a:lnTo>
                <a:cubicBezTo>
                  <a:pt x="1468562" y="612428"/>
                  <a:pt x="1454051" y="557733"/>
                  <a:pt x="1411263" y="533177"/>
                </a:cubicBezTo>
                <a:cubicBezTo>
                  <a:pt x="1368475" y="508620"/>
                  <a:pt x="1313780" y="523131"/>
                  <a:pt x="1289224" y="565919"/>
                </a:cubicBezTo>
                <a:close/>
                <a:moveTo>
                  <a:pt x="1053331" y="651123"/>
                </a:moveTo>
                <a:cubicBezTo>
                  <a:pt x="1018356" y="595313"/>
                  <a:pt x="945059" y="578569"/>
                  <a:pt x="889248" y="613172"/>
                </a:cubicBezTo>
                <a:lnTo>
                  <a:pt x="665262" y="753070"/>
                </a:lnTo>
                <a:cubicBezTo>
                  <a:pt x="473646" y="873249"/>
                  <a:pt x="357188" y="1083469"/>
                  <a:pt x="357188" y="1309688"/>
                </a:cubicBezTo>
                <a:lnTo>
                  <a:pt x="357188" y="1339453"/>
                </a:lnTo>
                <a:cubicBezTo>
                  <a:pt x="357188" y="1372567"/>
                  <a:pt x="360164" y="1404938"/>
                  <a:pt x="365373" y="1436563"/>
                </a:cubicBezTo>
                <a:cubicBezTo>
                  <a:pt x="497086" y="1467073"/>
                  <a:pt x="595313" y="1585392"/>
                  <a:pt x="595313" y="1726406"/>
                </a:cubicBezTo>
                <a:cubicBezTo>
                  <a:pt x="595313" y="1749847"/>
                  <a:pt x="592708" y="1772915"/>
                  <a:pt x="587499" y="1794867"/>
                </a:cubicBezTo>
                <a:cubicBezTo>
                  <a:pt x="681261" y="1864072"/>
                  <a:pt x="797347" y="1905000"/>
                  <a:pt x="922734" y="1905000"/>
                </a:cubicBezTo>
                <a:lnTo>
                  <a:pt x="1577578" y="1905000"/>
                </a:lnTo>
                <a:cubicBezTo>
                  <a:pt x="1627063" y="1905000"/>
                  <a:pt x="1666875" y="1865188"/>
                  <a:pt x="1666875" y="1815703"/>
                </a:cubicBezTo>
                <a:cubicBezTo>
                  <a:pt x="1666875" y="1766218"/>
                  <a:pt x="1627063" y="1726406"/>
                  <a:pt x="1577578" y="1726406"/>
                </a:cubicBezTo>
                <a:lnTo>
                  <a:pt x="1235273" y="1726406"/>
                </a:lnTo>
                <a:cubicBezTo>
                  <a:pt x="1210717" y="1726406"/>
                  <a:pt x="1190625" y="1706314"/>
                  <a:pt x="1190625" y="1681758"/>
                </a:cubicBezTo>
                <a:cubicBezTo>
                  <a:pt x="1190625" y="1657201"/>
                  <a:pt x="1210717" y="1637109"/>
                  <a:pt x="1235273" y="1637109"/>
                </a:cubicBezTo>
                <a:lnTo>
                  <a:pt x="1696641" y="1637109"/>
                </a:lnTo>
                <a:cubicBezTo>
                  <a:pt x="1746126" y="1637109"/>
                  <a:pt x="1785938" y="1597298"/>
                  <a:pt x="1785938" y="1547813"/>
                </a:cubicBezTo>
                <a:cubicBezTo>
                  <a:pt x="1785938" y="1498327"/>
                  <a:pt x="1746126" y="1458516"/>
                  <a:pt x="1696641" y="1458516"/>
                </a:cubicBezTo>
                <a:lnTo>
                  <a:pt x="1235273" y="1458516"/>
                </a:lnTo>
                <a:cubicBezTo>
                  <a:pt x="1210717" y="1458516"/>
                  <a:pt x="1190625" y="1438424"/>
                  <a:pt x="1190625" y="1413867"/>
                </a:cubicBezTo>
                <a:cubicBezTo>
                  <a:pt x="1190625" y="1389311"/>
                  <a:pt x="1210717" y="1369219"/>
                  <a:pt x="1235273" y="1369219"/>
                </a:cubicBezTo>
                <a:lnTo>
                  <a:pt x="1815703" y="1369219"/>
                </a:lnTo>
                <a:cubicBezTo>
                  <a:pt x="1865188" y="1369219"/>
                  <a:pt x="1905000" y="1329407"/>
                  <a:pt x="1905000" y="1279922"/>
                </a:cubicBezTo>
                <a:cubicBezTo>
                  <a:pt x="1905000" y="1230437"/>
                  <a:pt x="1865188" y="1190625"/>
                  <a:pt x="1815703" y="1190625"/>
                </a:cubicBezTo>
                <a:lnTo>
                  <a:pt x="1235273" y="1190625"/>
                </a:lnTo>
                <a:cubicBezTo>
                  <a:pt x="1210717" y="1190625"/>
                  <a:pt x="1190625" y="1170533"/>
                  <a:pt x="1190625" y="1145977"/>
                </a:cubicBezTo>
                <a:cubicBezTo>
                  <a:pt x="1190625" y="1121420"/>
                  <a:pt x="1210717" y="1101328"/>
                  <a:pt x="1235273" y="1101328"/>
                </a:cubicBezTo>
                <a:lnTo>
                  <a:pt x="1696641" y="1101328"/>
                </a:lnTo>
                <a:cubicBezTo>
                  <a:pt x="1746126" y="1101328"/>
                  <a:pt x="1785938" y="1061517"/>
                  <a:pt x="1785938" y="1012031"/>
                </a:cubicBezTo>
                <a:cubicBezTo>
                  <a:pt x="1785938" y="962546"/>
                  <a:pt x="1746126" y="922734"/>
                  <a:pt x="1696641" y="922734"/>
                </a:cubicBezTo>
                <a:lnTo>
                  <a:pt x="1190625" y="922734"/>
                </a:lnTo>
                <a:lnTo>
                  <a:pt x="1190625" y="922734"/>
                </a:lnTo>
                <a:lnTo>
                  <a:pt x="1190625" y="922734"/>
                </a:lnTo>
                <a:lnTo>
                  <a:pt x="843855" y="922734"/>
                </a:lnTo>
                <a:lnTo>
                  <a:pt x="1015752" y="815206"/>
                </a:lnTo>
                <a:cubicBezTo>
                  <a:pt x="1071563" y="780231"/>
                  <a:pt x="1088306" y="706934"/>
                  <a:pt x="1053703" y="651123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5" name="Text 2"/>
          <p:cNvSpPr/>
          <p:nvPr/>
        </p:nvSpPr>
        <p:spPr>
          <a:xfrm>
            <a:off x="5323742" y="4114800"/>
            <a:ext cx="6375400" cy="190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DFCF8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我会洗手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46800" y="6324600"/>
            <a:ext cx="3962400" cy="1016000"/>
          </a:xfrm>
          <a:custGeom>
            <a:avLst/>
            <a:gdLst/>
            <a:ahLst/>
            <a:cxnLst/>
            <a:rect l="l" t="t" r="r" b="b"/>
            <a:pathLst>
              <a:path w="3962400" h="1016000">
                <a:moveTo>
                  <a:pt x="508000" y="0"/>
                </a:moveTo>
                <a:lnTo>
                  <a:pt x="3454400" y="0"/>
                </a:lnTo>
                <a:cubicBezTo>
                  <a:pt x="3734773" y="0"/>
                  <a:pt x="3962400" y="227627"/>
                  <a:pt x="3962400" y="508000"/>
                </a:cubicBezTo>
                <a:lnTo>
                  <a:pt x="3962400" y="508000"/>
                </a:lnTo>
                <a:cubicBezTo>
                  <a:pt x="3962400" y="788373"/>
                  <a:pt x="3734773" y="1016000"/>
                  <a:pt x="34544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56400" y="6578600"/>
            <a:ext cx="2971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小班健康活动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1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小手每天做什么？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1270001"/>
            <a:ext cx="1539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我们的小手每天会做很多事情，可忙啦！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518508"/>
            <a:ext cx="4914900" cy="2032000"/>
          </a:xfrm>
          <a:custGeom>
            <a:avLst/>
            <a:gdLst/>
            <a:ahLst/>
            <a:cxnLst/>
            <a:rect l="l" t="t" r="r" b="b"/>
            <a:pathLst>
              <a:path w="4914900" h="2032000">
                <a:moveTo>
                  <a:pt x="304800" y="0"/>
                </a:moveTo>
                <a:lnTo>
                  <a:pt x="4610100" y="0"/>
                </a:lnTo>
                <a:cubicBezTo>
                  <a:pt x="4778324" y="0"/>
                  <a:pt x="4914900" y="136576"/>
                  <a:pt x="4914900" y="304800"/>
                </a:cubicBezTo>
                <a:lnTo>
                  <a:pt x="4914900" y="1727200"/>
                </a:lnTo>
                <a:cubicBezTo>
                  <a:pt x="4914900" y="1895424"/>
                  <a:pt x="4778324" y="2032000"/>
                  <a:pt x="4610100" y="2032000"/>
                </a:cubicBezTo>
                <a:lnTo>
                  <a:pt x="304800" y="2032000"/>
                </a:lnTo>
                <a:cubicBezTo>
                  <a:pt x="136576" y="2032000"/>
                  <a:pt x="0" y="1895424"/>
                  <a:pt x="0" y="1727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55252" y="2721708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26802" y="28575"/>
                </a:moveTo>
                <a:cubicBezTo>
                  <a:pt x="125214" y="12303"/>
                  <a:pt x="111522" y="0"/>
                  <a:pt x="95250" y="0"/>
                </a:cubicBezTo>
                <a:cubicBezTo>
                  <a:pt x="78978" y="0"/>
                  <a:pt x="65286" y="12303"/>
                  <a:pt x="63500" y="28377"/>
                </a:cubicBezTo>
                <a:lnTo>
                  <a:pt x="35520" y="297061"/>
                </a:lnTo>
                <a:cubicBezTo>
                  <a:pt x="32941" y="308967"/>
                  <a:pt x="31750" y="321072"/>
                  <a:pt x="31750" y="333177"/>
                </a:cubicBezTo>
                <a:cubicBezTo>
                  <a:pt x="31750" y="424259"/>
                  <a:pt x="101402" y="499070"/>
                  <a:pt x="190500" y="507206"/>
                </a:cubicBezTo>
                <a:lnTo>
                  <a:pt x="190500" y="952500"/>
                </a:lnTo>
                <a:cubicBezTo>
                  <a:pt x="190500" y="987623"/>
                  <a:pt x="218877" y="1016000"/>
                  <a:pt x="254000" y="1016000"/>
                </a:cubicBezTo>
                <a:cubicBezTo>
                  <a:pt x="289123" y="1016000"/>
                  <a:pt x="317500" y="987623"/>
                  <a:pt x="317500" y="952500"/>
                </a:cubicBezTo>
                <a:lnTo>
                  <a:pt x="317500" y="507206"/>
                </a:lnTo>
                <a:cubicBezTo>
                  <a:pt x="406598" y="499070"/>
                  <a:pt x="476250" y="424259"/>
                  <a:pt x="476250" y="333177"/>
                </a:cubicBezTo>
                <a:cubicBezTo>
                  <a:pt x="476250" y="321072"/>
                  <a:pt x="475059" y="308967"/>
                  <a:pt x="472480" y="297061"/>
                </a:cubicBezTo>
                <a:lnTo>
                  <a:pt x="444302" y="28377"/>
                </a:lnTo>
                <a:cubicBezTo>
                  <a:pt x="442714" y="12303"/>
                  <a:pt x="429022" y="0"/>
                  <a:pt x="412750" y="0"/>
                </a:cubicBezTo>
                <a:cubicBezTo>
                  <a:pt x="396478" y="0"/>
                  <a:pt x="382786" y="12303"/>
                  <a:pt x="381198" y="28575"/>
                </a:cubicBezTo>
                <a:lnTo>
                  <a:pt x="354211" y="297458"/>
                </a:lnTo>
                <a:cubicBezTo>
                  <a:pt x="353020" y="308769"/>
                  <a:pt x="343495" y="317500"/>
                  <a:pt x="332184" y="317500"/>
                </a:cubicBezTo>
                <a:cubicBezTo>
                  <a:pt x="320675" y="317500"/>
                  <a:pt x="311150" y="308769"/>
                  <a:pt x="309959" y="297259"/>
                </a:cubicBezTo>
                <a:lnTo>
                  <a:pt x="285552" y="28972"/>
                </a:lnTo>
                <a:cubicBezTo>
                  <a:pt x="284162" y="12502"/>
                  <a:pt x="270470" y="0"/>
                  <a:pt x="254000" y="0"/>
                </a:cubicBezTo>
                <a:cubicBezTo>
                  <a:pt x="237530" y="0"/>
                  <a:pt x="223838" y="12502"/>
                  <a:pt x="222448" y="28972"/>
                </a:cubicBezTo>
                <a:lnTo>
                  <a:pt x="198041" y="297259"/>
                </a:lnTo>
                <a:cubicBezTo>
                  <a:pt x="197048" y="308769"/>
                  <a:pt x="187325" y="317500"/>
                  <a:pt x="175816" y="317500"/>
                </a:cubicBezTo>
                <a:cubicBezTo>
                  <a:pt x="164306" y="317500"/>
                  <a:pt x="154781" y="308769"/>
                  <a:pt x="153789" y="297458"/>
                </a:cubicBezTo>
                <a:lnTo>
                  <a:pt x="126802" y="28575"/>
                </a:lnTo>
                <a:close/>
                <a:moveTo>
                  <a:pt x="889000" y="0"/>
                </a:moveTo>
                <a:cubicBezTo>
                  <a:pt x="857250" y="0"/>
                  <a:pt x="635000" y="63500"/>
                  <a:pt x="635000" y="349250"/>
                </a:cubicBezTo>
                <a:lnTo>
                  <a:pt x="635000" y="571500"/>
                </a:lnTo>
                <a:cubicBezTo>
                  <a:pt x="635000" y="641548"/>
                  <a:pt x="691952" y="698500"/>
                  <a:pt x="762000" y="698500"/>
                </a:cubicBezTo>
                <a:lnTo>
                  <a:pt x="825500" y="698500"/>
                </a:lnTo>
                <a:lnTo>
                  <a:pt x="825500" y="952500"/>
                </a:lnTo>
                <a:cubicBezTo>
                  <a:pt x="825500" y="987623"/>
                  <a:pt x="853877" y="1016000"/>
                  <a:pt x="889000" y="1016000"/>
                </a:cubicBezTo>
                <a:cubicBezTo>
                  <a:pt x="924123" y="1016000"/>
                  <a:pt x="952500" y="987623"/>
                  <a:pt x="952500" y="952500"/>
                </a:cubicBezTo>
                <a:lnTo>
                  <a:pt x="952500" y="63500"/>
                </a:lnTo>
                <a:cubicBezTo>
                  <a:pt x="952500" y="28377"/>
                  <a:pt x="924123" y="0"/>
                  <a:pt x="889000" y="0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6" name="Text 4"/>
          <p:cNvSpPr/>
          <p:nvPr/>
        </p:nvSpPr>
        <p:spPr>
          <a:xfrm>
            <a:off x="2487002" y="3890108"/>
            <a:ext cx="952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吃饭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72626" y="2518508"/>
            <a:ext cx="4914900" cy="2032000"/>
          </a:xfrm>
          <a:custGeom>
            <a:avLst/>
            <a:gdLst/>
            <a:ahLst/>
            <a:cxnLst/>
            <a:rect l="l" t="t" r="r" b="b"/>
            <a:pathLst>
              <a:path w="4914900" h="2032000">
                <a:moveTo>
                  <a:pt x="304800" y="0"/>
                </a:moveTo>
                <a:lnTo>
                  <a:pt x="4610100" y="0"/>
                </a:lnTo>
                <a:cubicBezTo>
                  <a:pt x="4778324" y="0"/>
                  <a:pt x="4914900" y="136576"/>
                  <a:pt x="4914900" y="304800"/>
                </a:cubicBezTo>
                <a:lnTo>
                  <a:pt x="4914900" y="1727200"/>
                </a:lnTo>
                <a:cubicBezTo>
                  <a:pt x="4914900" y="1895424"/>
                  <a:pt x="4778324" y="2032000"/>
                  <a:pt x="4610100" y="2032000"/>
                </a:cubicBezTo>
                <a:lnTo>
                  <a:pt x="304800" y="2032000"/>
                </a:lnTo>
                <a:cubicBezTo>
                  <a:pt x="136576" y="2032000"/>
                  <a:pt x="0" y="1895424"/>
                  <a:pt x="0" y="1727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2878" y="2721708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635397" y="222250"/>
                </a:moveTo>
                <a:cubicBezTo>
                  <a:pt x="723106" y="222250"/>
                  <a:pt x="794147" y="151209"/>
                  <a:pt x="794147" y="63500"/>
                </a:cubicBezTo>
                <a:lnTo>
                  <a:pt x="900311" y="63500"/>
                </a:lnTo>
                <a:cubicBezTo>
                  <a:pt x="934045" y="63500"/>
                  <a:pt x="966391" y="76795"/>
                  <a:pt x="990203" y="100608"/>
                </a:cubicBezTo>
                <a:lnTo>
                  <a:pt x="1225550" y="336153"/>
                </a:lnTo>
                <a:cubicBezTo>
                  <a:pt x="1250355" y="360958"/>
                  <a:pt x="1250355" y="401241"/>
                  <a:pt x="1225550" y="426045"/>
                </a:cubicBezTo>
                <a:lnTo>
                  <a:pt x="1124942" y="526653"/>
                </a:lnTo>
                <a:cubicBezTo>
                  <a:pt x="1100138" y="551458"/>
                  <a:pt x="1059855" y="551458"/>
                  <a:pt x="1035050" y="526653"/>
                </a:cubicBezTo>
                <a:lnTo>
                  <a:pt x="952897" y="444500"/>
                </a:lnTo>
                <a:lnTo>
                  <a:pt x="952897" y="889000"/>
                </a:lnTo>
                <a:cubicBezTo>
                  <a:pt x="952897" y="959048"/>
                  <a:pt x="895945" y="1016000"/>
                  <a:pt x="825897" y="1016000"/>
                </a:cubicBezTo>
                <a:lnTo>
                  <a:pt x="444897" y="1016000"/>
                </a:lnTo>
                <a:cubicBezTo>
                  <a:pt x="374848" y="1016000"/>
                  <a:pt x="317897" y="959048"/>
                  <a:pt x="317897" y="889000"/>
                </a:cubicBezTo>
                <a:lnTo>
                  <a:pt x="317897" y="444500"/>
                </a:lnTo>
                <a:lnTo>
                  <a:pt x="235744" y="526653"/>
                </a:lnTo>
                <a:cubicBezTo>
                  <a:pt x="210939" y="551458"/>
                  <a:pt x="170656" y="551458"/>
                  <a:pt x="145852" y="526653"/>
                </a:cubicBezTo>
                <a:lnTo>
                  <a:pt x="45442" y="425847"/>
                </a:lnTo>
                <a:cubicBezTo>
                  <a:pt x="20637" y="401042"/>
                  <a:pt x="20637" y="360759"/>
                  <a:pt x="45442" y="335955"/>
                </a:cubicBezTo>
                <a:lnTo>
                  <a:pt x="280789" y="100608"/>
                </a:lnTo>
                <a:cubicBezTo>
                  <a:pt x="304602" y="76795"/>
                  <a:pt x="336947" y="63500"/>
                  <a:pt x="370681" y="63500"/>
                </a:cubicBezTo>
                <a:lnTo>
                  <a:pt x="476845" y="63500"/>
                </a:lnTo>
                <a:cubicBezTo>
                  <a:pt x="476845" y="151209"/>
                  <a:pt x="547886" y="222250"/>
                  <a:pt x="635595" y="222250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9" name="Text 7"/>
          <p:cNvSpPr/>
          <p:nvPr/>
        </p:nvSpPr>
        <p:spPr>
          <a:xfrm>
            <a:off x="7651628" y="3890108"/>
            <a:ext cx="952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穿衣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837252" y="2518508"/>
            <a:ext cx="4914900" cy="2032000"/>
          </a:xfrm>
          <a:custGeom>
            <a:avLst/>
            <a:gdLst/>
            <a:ahLst/>
            <a:cxnLst/>
            <a:rect l="l" t="t" r="r" b="b"/>
            <a:pathLst>
              <a:path w="4914900" h="2032000">
                <a:moveTo>
                  <a:pt x="304800" y="0"/>
                </a:moveTo>
                <a:lnTo>
                  <a:pt x="4610100" y="0"/>
                </a:lnTo>
                <a:cubicBezTo>
                  <a:pt x="4778324" y="0"/>
                  <a:pt x="4914900" y="136576"/>
                  <a:pt x="4914900" y="304800"/>
                </a:cubicBezTo>
                <a:lnTo>
                  <a:pt x="4914900" y="1727200"/>
                </a:lnTo>
                <a:cubicBezTo>
                  <a:pt x="4914900" y="1895424"/>
                  <a:pt x="4778324" y="2032000"/>
                  <a:pt x="4610100" y="2032000"/>
                </a:cubicBezTo>
                <a:lnTo>
                  <a:pt x="304800" y="2032000"/>
                </a:lnTo>
                <a:cubicBezTo>
                  <a:pt x="136576" y="2032000"/>
                  <a:pt x="0" y="1895424"/>
                  <a:pt x="0" y="1727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784504" y="2721708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016000" y="508000"/>
                </a:moveTo>
                <a:cubicBezTo>
                  <a:pt x="1016000" y="509786"/>
                  <a:pt x="1016000" y="511572"/>
                  <a:pt x="1016000" y="513358"/>
                </a:cubicBezTo>
                <a:cubicBezTo>
                  <a:pt x="1015206" y="585788"/>
                  <a:pt x="949325" y="635000"/>
                  <a:pt x="876895" y="635000"/>
                </a:cubicBezTo>
                <a:lnTo>
                  <a:pt x="682625" y="635000"/>
                </a:lnTo>
                <a:cubicBezTo>
                  <a:pt x="630039" y="635000"/>
                  <a:pt x="587375" y="677664"/>
                  <a:pt x="587375" y="730250"/>
                </a:cubicBezTo>
                <a:cubicBezTo>
                  <a:pt x="587375" y="736997"/>
                  <a:pt x="588169" y="743545"/>
                  <a:pt x="589359" y="749895"/>
                </a:cubicBezTo>
                <a:cubicBezTo>
                  <a:pt x="593527" y="770136"/>
                  <a:pt x="602258" y="789583"/>
                  <a:pt x="610791" y="809228"/>
                </a:cubicBezTo>
                <a:cubicBezTo>
                  <a:pt x="622895" y="836612"/>
                  <a:pt x="634802" y="863798"/>
                  <a:pt x="634802" y="892572"/>
                </a:cubicBezTo>
                <a:cubicBezTo>
                  <a:pt x="634802" y="955675"/>
                  <a:pt x="591939" y="1013023"/>
                  <a:pt x="528836" y="1015603"/>
                </a:cubicBezTo>
                <a:cubicBezTo>
                  <a:pt x="521891" y="1015802"/>
                  <a:pt x="514945" y="1016000"/>
                  <a:pt x="507802" y="1016000"/>
                </a:cubicBezTo>
                <a:cubicBezTo>
                  <a:pt x="227211" y="1016000"/>
                  <a:pt x="-198" y="788591"/>
                  <a:pt x="-198" y="508000"/>
                </a:cubicBezTo>
                <a:cubicBezTo>
                  <a:pt x="-198" y="227409"/>
                  <a:pt x="227409" y="0"/>
                  <a:pt x="508000" y="0"/>
                </a:cubicBezTo>
                <a:cubicBezTo>
                  <a:pt x="788591" y="0"/>
                  <a:pt x="1016000" y="227409"/>
                  <a:pt x="1016000" y="508000"/>
                </a:cubicBezTo>
                <a:close/>
                <a:moveTo>
                  <a:pt x="254000" y="571500"/>
                </a:moveTo>
                <a:cubicBezTo>
                  <a:pt x="254000" y="536453"/>
                  <a:pt x="225547" y="508000"/>
                  <a:pt x="190500" y="508000"/>
                </a:cubicBezTo>
                <a:cubicBezTo>
                  <a:pt x="155453" y="508000"/>
                  <a:pt x="127000" y="536453"/>
                  <a:pt x="127000" y="571500"/>
                </a:cubicBezTo>
                <a:cubicBezTo>
                  <a:pt x="127000" y="606547"/>
                  <a:pt x="155453" y="635000"/>
                  <a:pt x="190500" y="635000"/>
                </a:cubicBezTo>
                <a:cubicBezTo>
                  <a:pt x="225547" y="635000"/>
                  <a:pt x="254000" y="606547"/>
                  <a:pt x="254000" y="571500"/>
                </a:cubicBezTo>
                <a:close/>
                <a:moveTo>
                  <a:pt x="254000" y="381000"/>
                </a:moveTo>
                <a:cubicBezTo>
                  <a:pt x="289047" y="381000"/>
                  <a:pt x="317500" y="352547"/>
                  <a:pt x="317500" y="317500"/>
                </a:cubicBezTo>
                <a:cubicBezTo>
                  <a:pt x="317500" y="282453"/>
                  <a:pt x="289047" y="254000"/>
                  <a:pt x="254000" y="254000"/>
                </a:cubicBezTo>
                <a:cubicBezTo>
                  <a:pt x="218953" y="254000"/>
                  <a:pt x="190500" y="282453"/>
                  <a:pt x="190500" y="317500"/>
                </a:cubicBezTo>
                <a:cubicBezTo>
                  <a:pt x="190500" y="352547"/>
                  <a:pt x="218953" y="381000"/>
                  <a:pt x="254000" y="381000"/>
                </a:cubicBezTo>
                <a:close/>
                <a:moveTo>
                  <a:pt x="571500" y="190500"/>
                </a:moveTo>
                <a:cubicBezTo>
                  <a:pt x="571500" y="155453"/>
                  <a:pt x="543047" y="127000"/>
                  <a:pt x="508000" y="127000"/>
                </a:cubicBezTo>
                <a:cubicBezTo>
                  <a:pt x="472953" y="127000"/>
                  <a:pt x="444500" y="155453"/>
                  <a:pt x="444500" y="190500"/>
                </a:cubicBezTo>
                <a:cubicBezTo>
                  <a:pt x="444500" y="225547"/>
                  <a:pt x="472953" y="254000"/>
                  <a:pt x="508000" y="254000"/>
                </a:cubicBezTo>
                <a:cubicBezTo>
                  <a:pt x="543047" y="254000"/>
                  <a:pt x="571500" y="225547"/>
                  <a:pt x="571500" y="190500"/>
                </a:cubicBezTo>
                <a:close/>
                <a:moveTo>
                  <a:pt x="762000" y="381000"/>
                </a:moveTo>
                <a:cubicBezTo>
                  <a:pt x="797047" y="381000"/>
                  <a:pt x="825500" y="352547"/>
                  <a:pt x="825500" y="317500"/>
                </a:cubicBezTo>
                <a:cubicBezTo>
                  <a:pt x="825500" y="282453"/>
                  <a:pt x="797047" y="254000"/>
                  <a:pt x="762000" y="254000"/>
                </a:cubicBezTo>
                <a:cubicBezTo>
                  <a:pt x="726953" y="254000"/>
                  <a:pt x="698500" y="282453"/>
                  <a:pt x="698500" y="317500"/>
                </a:cubicBezTo>
                <a:cubicBezTo>
                  <a:pt x="698500" y="352547"/>
                  <a:pt x="726953" y="381000"/>
                  <a:pt x="762000" y="381000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12" name="Text 10"/>
          <p:cNvSpPr/>
          <p:nvPr/>
        </p:nvSpPr>
        <p:spPr>
          <a:xfrm>
            <a:off x="12816254" y="3890108"/>
            <a:ext cx="952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画画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4804508"/>
            <a:ext cx="4914900" cy="2032000"/>
          </a:xfrm>
          <a:custGeom>
            <a:avLst/>
            <a:gdLst/>
            <a:ahLst/>
            <a:cxnLst/>
            <a:rect l="l" t="t" r="r" b="b"/>
            <a:pathLst>
              <a:path w="4914900" h="2032000">
                <a:moveTo>
                  <a:pt x="304800" y="0"/>
                </a:moveTo>
                <a:lnTo>
                  <a:pt x="4610100" y="0"/>
                </a:lnTo>
                <a:cubicBezTo>
                  <a:pt x="4778324" y="0"/>
                  <a:pt x="4914900" y="136576"/>
                  <a:pt x="4914900" y="304800"/>
                </a:cubicBezTo>
                <a:lnTo>
                  <a:pt x="4914900" y="1727200"/>
                </a:lnTo>
                <a:cubicBezTo>
                  <a:pt x="4914900" y="1895424"/>
                  <a:pt x="4778324" y="2032000"/>
                  <a:pt x="4610100" y="2032000"/>
                </a:cubicBezTo>
                <a:lnTo>
                  <a:pt x="304800" y="2032000"/>
                </a:lnTo>
                <a:cubicBezTo>
                  <a:pt x="136576" y="2032000"/>
                  <a:pt x="0" y="1895424"/>
                  <a:pt x="0" y="1727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5252" y="5007708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45095" y="-4961"/>
                </a:moveTo>
                <a:cubicBezTo>
                  <a:pt x="484386" y="-27583"/>
                  <a:pt x="532805" y="-27583"/>
                  <a:pt x="572095" y="-4961"/>
                </a:cubicBezTo>
                <a:lnTo>
                  <a:pt x="921147" y="196453"/>
                </a:lnTo>
                <a:cubicBezTo>
                  <a:pt x="960438" y="219075"/>
                  <a:pt x="984647" y="261144"/>
                  <a:pt x="984647" y="306388"/>
                </a:cubicBezTo>
                <a:lnTo>
                  <a:pt x="984647" y="709216"/>
                </a:lnTo>
                <a:cubicBezTo>
                  <a:pt x="984647" y="754658"/>
                  <a:pt x="960438" y="796528"/>
                  <a:pt x="921147" y="819150"/>
                </a:cubicBezTo>
                <a:lnTo>
                  <a:pt x="572095" y="1020961"/>
                </a:lnTo>
                <a:cubicBezTo>
                  <a:pt x="532805" y="1043583"/>
                  <a:pt x="484386" y="1043583"/>
                  <a:pt x="445095" y="1020961"/>
                </a:cubicBezTo>
                <a:lnTo>
                  <a:pt x="96242" y="819547"/>
                </a:lnTo>
                <a:cubicBezTo>
                  <a:pt x="56952" y="796925"/>
                  <a:pt x="32742" y="754856"/>
                  <a:pt x="32742" y="709613"/>
                </a:cubicBezTo>
                <a:lnTo>
                  <a:pt x="32742" y="306784"/>
                </a:lnTo>
                <a:cubicBezTo>
                  <a:pt x="32742" y="261342"/>
                  <a:pt x="56952" y="219472"/>
                  <a:pt x="96242" y="196850"/>
                </a:cubicBezTo>
                <a:lnTo>
                  <a:pt x="445095" y="-4961"/>
                </a:lnTo>
                <a:close/>
                <a:moveTo>
                  <a:pt x="857448" y="709414"/>
                </a:moveTo>
                <a:lnTo>
                  <a:pt x="857448" y="379809"/>
                </a:lnTo>
                <a:lnTo>
                  <a:pt x="572095" y="544513"/>
                </a:lnTo>
                <a:lnTo>
                  <a:pt x="572095" y="874117"/>
                </a:lnTo>
                <a:lnTo>
                  <a:pt x="857448" y="709414"/>
                </a:lnTo>
                <a:close/>
              </a:path>
            </a:pathLst>
          </a:custGeom>
          <a:solidFill>
            <a:srgbClr val="89CFF0"/>
          </a:solidFill>
        </p:spPr>
      </p:sp>
      <p:sp>
        <p:nvSpPr>
          <p:cNvPr id="15" name="Text 13"/>
          <p:cNvSpPr/>
          <p:nvPr/>
        </p:nvSpPr>
        <p:spPr>
          <a:xfrm>
            <a:off x="2296502" y="6176108"/>
            <a:ext cx="1333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玩玩具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72626" y="4804508"/>
            <a:ext cx="4914900" cy="2032000"/>
          </a:xfrm>
          <a:custGeom>
            <a:avLst/>
            <a:gdLst/>
            <a:ahLst/>
            <a:cxnLst/>
            <a:rect l="l" t="t" r="r" b="b"/>
            <a:pathLst>
              <a:path w="4914900" h="2032000">
                <a:moveTo>
                  <a:pt x="304800" y="0"/>
                </a:moveTo>
                <a:lnTo>
                  <a:pt x="4610100" y="0"/>
                </a:lnTo>
                <a:cubicBezTo>
                  <a:pt x="4778324" y="0"/>
                  <a:pt x="4914900" y="136576"/>
                  <a:pt x="4914900" y="304800"/>
                </a:cubicBezTo>
                <a:lnTo>
                  <a:pt x="4914900" y="1727200"/>
                </a:lnTo>
                <a:cubicBezTo>
                  <a:pt x="4914900" y="1895424"/>
                  <a:pt x="4778324" y="2032000"/>
                  <a:pt x="4610100" y="2032000"/>
                </a:cubicBezTo>
                <a:lnTo>
                  <a:pt x="304800" y="2032000"/>
                </a:lnTo>
                <a:cubicBezTo>
                  <a:pt x="136576" y="2032000"/>
                  <a:pt x="0" y="1895424"/>
                  <a:pt x="0" y="1727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3378" y="5007708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571500" y="127000"/>
                </a:moveTo>
                <a:lnTo>
                  <a:pt x="698500" y="127000"/>
                </a:lnTo>
                <a:lnTo>
                  <a:pt x="698500" y="952500"/>
                </a:lnTo>
                <a:cubicBezTo>
                  <a:pt x="698500" y="987623"/>
                  <a:pt x="726877" y="1016000"/>
                  <a:pt x="762000" y="1016000"/>
                </a:cubicBezTo>
                <a:lnTo>
                  <a:pt x="825500" y="1016000"/>
                </a:lnTo>
                <a:cubicBezTo>
                  <a:pt x="860623" y="1016000"/>
                  <a:pt x="889000" y="987623"/>
                  <a:pt x="889000" y="952500"/>
                </a:cubicBezTo>
                <a:cubicBezTo>
                  <a:pt x="889000" y="917377"/>
                  <a:pt x="860623" y="889000"/>
                  <a:pt x="825500" y="889000"/>
                </a:cubicBezTo>
                <a:lnTo>
                  <a:pt x="825500" y="127000"/>
                </a:lnTo>
                <a:cubicBezTo>
                  <a:pt x="825500" y="56952"/>
                  <a:pt x="768548" y="0"/>
                  <a:pt x="698500" y="0"/>
                </a:cubicBezTo>
                <a:lnTo>
                  <a:pt x="508000" y="0"/>
                </a:lnTo>
                <a:lnTo>
                  <a:pt x="508000" y="0"/>
                </a:lnTo>
                <a:lnTo>
                  <a:pt x="190500" y="0"/>
                </a:lnTo>
                <a:cubicBezTo>
                  <a:pt x="120452" y="0"/>
                  <a:pt x="63500" y="56952"/>
                  <a:pt x="63500" y="127000"/>
                </a:cubicBezTo>
                <a:lnTo>
                  <a:pt x="63500" y="889000"/>
                </a:lnTo>
                <a:cubicBezTo>
                  <a:pt x="28377" y="889000"/>
                  <a:pt x="0" y="917377"/>
                  <a:pt x="0" y="952500"/>
                </a:cubicBezTo>
                <a:cubicBezTo>
                  <a:pt x="0" y="987623"/>
                  <a:pt x="28377" y="1016000"/>
                  <a:pt x="63500" y="1016000"/>
                </a:cubicBezTo>
                <a:lnTo>
                  <a:pt x="508000" y="1016000"/>
                </a:lnTo>
                <a:cubicBezTo>
                  <a:pt x="543123" y="1016000"/>
                  <a:pt x="571500" y="987623"/>
                  <a:pt x="571500" y="952500"/>
                </a:cubicBezTo>
                <a:lnTo>
                  <a:pt x="571500" y="127000"/>
                </a:lnTo>
                <a:close/>
                <a:moveTo>
                  <a:pt x="317500" y="508000"/>
                </a:moveTo>
                <a:cubicBezTo>
                  <a:pt x="317500" y="472953"/>
                  <a:pt x="345953" y="444500"/>
                  <a:pt x="381000" y="444500"/>
                </a:cubicBezTo>
                <a:cubicBezTo>
                  <a:pt x="416047" y="444500"/>
                  <a:pt x="444500" y="472953"/>
                  <a:pt x="444500" y="508000"/>
                </a:cubicBezTo>
                <a:cubicBezTo>
                  <a:pt x="444500" y="543047"/>
                  <a:pt x="416047" y="571500"/>
                  <a:pt x="381000" y="571500"/>
                </a:cubicBezTo>
                <a:cubicBezTo>
                  <a:pt x="345953" y="571500"/>
                  <a:pt x="317500" y="543047"/>
                  <a:pt x="317500" y="508000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18" name="Text 16"/>
          <p:cNvSpPr/>
          <p:nvPr/>
        </p:nvSpPr>
        <p:spPr>
          <a:xfrm>
            <a:off x="7651628" y="6176108"/>
            <a:ext cx="952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37252" y="4804508"/>
            <a:ext cx="4914900" cy="2032000"/>
          </a:xfrm>
          <a:custGeom>
            <a:avLst/>
            <a:gdLst/>
            <a:ahLst/>
            <a:cxnLst/>
            <a:rect l="l" t="t" r="r" b="b"/>
            <a:pathLst>
              <a:path w="4914900" h="2032000">
                <a:moveTo>
                  <a:pt x="304800" y="0"/>
                </a:moveTo>
                <a:lnTo>
                  <a:pt x="4610100" y="0"/>
                </a:lnTo>
                <a:cubicBezTo>
                  <a:pt x="4778324" y="0"/>
                  <a:pt x="4914900" y="136576"/>
                  <a:pt x="4914900" y="304800"/>
                </a:cubicBezTo>
                <a:lnTo>
                  <a:pt x="4914900" y="1727200"/>
                </a:lnTo>
                <a:cubicBezTo>
                  <a:pt x="4914900" y="1895424"/>
                  <a:pt x="4778324" y="2032000"/>
                  <a:pt x="4610100" y="2032000"/>
                </a:cubicBezTo>
                <a:lnTo>
                  <a:pt x="304800" y="2032000"/>
                </a:lnTo>
                <a:cubicBezTo>
                  <a:pt x="136576" y="2032000"/>
                  <a:pt x="0" y="1895424"/>
                  <a:pt x="0" y="1727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784504" y="5007708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016000" y="317500"/>
                </a:moveTo>
                <a:lnTo>
                  <a:pt x="1015802" y="461566"/>
                </a:lnTo>
                <a:cubicBezTo>
                  <a:pt x="1015802" y="550466"/>
                  <a:pt x="980877" y="634405"/>
                  <a:pt x="920750" y="696516"/>
                </a:cubicBezTo>
                <a:cubicBezTo>
                  <a:pt x="920155" y="543719"/>
                  <a:pt x="841177" y="402034"/>
                  <a:pt x="711597" y="320873"/>
                </a:cubicBezTo>
                <a:lnTo>
                  <a:pt x="707827" y="318492"/>
                </a:lnTo>
                <a:cubicBezTo>
                  <a:pt x="712788" y="311150"/>
                  <a:pt x="713383" y="301427"/>
                  <a:pt x="708620" y="293291"/>
                </a:cubicBezTo>
                <a:lnTo>
                  <a:pt x="585589" y="80169"/>
                </a:lnTo>
                <a:cubicBezTo>
                  <a:pt x="572492" y="57348"/>
                  <a:pt x="580231" y="28178"/>
                  <a:pt x="603052" y="15081"/>
                </a:cubicBezTo>
                <a:cubicBezTo>
                  <a:pt x="625872" y="1984"/>
                  <a:pt x="654844" y="9922"/>
                  <a:pt x="667941" y="32742"/>
                </a:cubicBezTo>
                <a:lnTo>
                  <a:pt x="802878" y="266502"/>
                </a:lnTo>
                <a:lnTo>
                  <a:pt x="802878" y="266502"/>
                </a:lnTo>
                <a:lnTo>
                  <a:pt x="802878" y="266502"/>
                </a:lnTo>
                <a:lnTo>
                  <a:pt x="888802" y="415330"/>
                </a:lnTo>
                <a:lnTo>
                  <a:pt x="889000" y="317500"/>
                </a:lnTo>
                <a:cubicBezTo>
                  <a:pt x="889000" y="282377"/>
                  <a:pt x="917575" y="254000"/>
                  <a:pt x="952500" y="254000"/>
                </a:cubicBezTo>
                <a:cubicBezTo>
                  <a:pt x="987425" y="254000"/>
                  <a:pt x="1016000" y="282575"/>
                  <a:pt x="1016000" y="317500"/>
                </a:cubicBezTo>
                <a:close/>
                <a:moveTo>
                  <a:pt x="592138" y="246459"/>
                </a:moveTo>
                <a:cubicBezTo>
                  <a:pt x="564158" y="228997"/>
                  <a:pt x="533003" y="221258"/>
                  <a:pt x="502444" y="222448"/>
                </a:cubicBezTo>
                <a:lnTo>
                  <a:pt x="430014" y="96837"/>
                </a:lnTo>
                <a:cubicBezTo>
                  <a:pt x="416917" y="74017"/>
                  <a:pt x="424656" y="44847"/>
                  <a:pt x="447477" y="31750"/>
                </a:cubicBezTo>
                <a:cubicBezTo>
                  <a:pt x="470297" y="18653"/>
                  <a:pt x="499467" y="26392"/>
                  <a:pt x="512564" y="49213"/>
                </a:cubicBezTo>
                <a:lnTo>
                  <a:pt x="645716" y="279797"/>
                </a:lnTo>
                <a:lnTo>
                  <a:pt x="592138" y="246261"/>
                </a:lnTo>
                <a:close/>
                <a:moveTo>
                  <a:pt x="420489" y="175617"/>
                </a:moveTo>
                <a:lnTo>
                  <a:pt x="453033" y="231973"/>
                </a:lnTo>
                <a:cubicBezTo>
                  <a:pt x="423069" y="242888"/>
                  <a:pt x="396280" y="262930"/>
                  <a:pt x="377031" y="290909"/>
                </a:cubicBezTo>
                <a:lnTo>
                  <a:pt x="337939" y="223044"/>
                </a:lnTo>
                <a:cubicBezTo>
                  <a:pt x="324842" y="200223"/>
                  <a:pt x="332581" y="171053"/>
                  <a:pt x="355402" y="157956"/>
                </a:cubicBezTo>
                <a:cubicBezTo>
                  <a:pt x="378222" y="144859"/>
                  <a:pt x="407392" y="152598"/>
                  <a:pt x="420489" y="175419"/>
                </a:cubicBezTo>
                <a:close/>
                <a:moveTo>
                  <a:pt x="328414" y="302022"/>
                </a:moveTo>
                <a:lnTo>
                  <a:pt x="353219" y="345083"/>
                </a:lnTo>
                <a:cubicBezTo>
                  <a:pt x="349250" y="362148"/>
                  <a:pt x="348258" y="379809"/>
                  <a:pt x="349845" y="396875"/>
                </a:cubicBezTo>
                <a:lnTo>
                  <a:pt x="341313" y="396875"/>
                </a:lnTo>
                <a:lnTo>
                  <a:pt x="341313" y="396875"/>
                </a:lnTo>
                <a:lnTo>
                  <a:pt x="273050" y="396875"/>
                </a:lnTo>
                <a:lnTo>
                  <a:pt x="245864" y="349647"/>
                </a:lnTo>
                <a:cubicBezTo>
                  <a:pt x="232767" y="326827"/>
                  <a:pt x="240506" y="297656"/>
                  <a:pt x="263327" y="284559"/>
                </a:cubicBezTo>
                <a:cubicBezTo>
                  <a:pt x="286147" y="271462"/>
                  <a:pt x="315317" y="279202"/>
                  <a:pt x="328414" y="302022"/>
                </a:cubicBezTo>
                <a:close/>
                <a:moveTo>
                  <a:pt x="454223" y="347266"/>
                </a:moveTo>
                <a:cubicBezTo>
                  <a:pt x="472877" y="317500"/>
                  <a:pt x="511969" y="308570"/>
                  <a:pt x="541734" y="327025"/>
                </a:cubicBezTo>
                <a:lnTo>
                  <a:pt x="661194" y="401638"/>
                </a:lnTo>
                <a:cubicBezTo>
                  <a:pt x="763389" y="465733"/>
                  <a:pt x="825500" y="577850"/>
                  <a:pt x="825500" y="698500"/>
                </a:cubicBezTo>
                <a:lnTo>
                  <a:pt x="825500" y="714375"/>
                </a:lnTo>
                <a:cubicBezTo>
                  <a:pt x="825500" y="880864"/>
                  <a:pt x="690364" y="1016000"/>
                  <a:pt x="523875" y="1016000"/>
                </a:cubicBezTo>
                <a:lnTo>
                  <a:pt x="174625" y="1016000"/>
                </a:lnTo>
                <a:cubicBezTo>
                  <a:pt x="148233" y="1016000"/>
                  <a:pt x="127000" y="994767"/>
                  <a:pt x="127000" y="968375"/>
                </a:cubicBezTo>
                <a:cubicBezTo>
                  <a:pt x="127000" y="941983"/>
                  <a:pt x="148233" y="920750"/>
                  <a:pt x="174625" y="920750"/>
                </a:cubicBezTo>
                <a:lnTo>
                  <a:pt x="357188" y="920750"/>
                </a:lnTo>
                <a:cubicBezTo>
                  <a:pt x="370284" y="920750"/>
                  <a:pt x="381000" y="910034"/>
                  <a:pt x="381000" y="896938"/>
                </a:cubicBezTo>
                <a:cubicBezTo>
                  <a:pt x="381000" y="883841"/>
                  <a:pt x="370284" y="873125"/>
                  <a:pt x="357188" y="873125"/>
                </a:cubicBezTo>
                <a:lnTo>
                  <a:pt x="111125" y="873125"/>
                </a:lnTo>
                <a:cubicBezTo>
                  <a:pt x="84733" y="873125"/>
                  <a:pt x="63500" y="851892"/>
                  <a:pt x="63500" y="825500"/>
                </a:cubicBezTo>
                <a:cubicBezTo>
                  <a:pt x="63500" y="799108"/>
                  <a:pt x="84733" y="777875"/>
                  <a:pt x="111125" y="777875"/>
                </a:cubicBezTo>
                <a:lnTo>
                  <a:pt x="357188" y="777875"/>
                </a:lnTo>
                <a:cubicBezTo>
                  <a:pt x="370284" y="777875"/>
                  <a:pt x="381000" y="767159"/>
                  <a:pt x="381000" y="754063"/>
                </a:cubicBezTo>
                <a:cubicBezTo>
                  <a:pt x="381000" y="740966"/>
                  <a:pt x="370284" y="730250"/>
                  <a:pt x="357188" y="730250"/>
                </a:cubicBezTo>
                <a:lnTo>
                  <a:pt x="47625" y="730250"/>
                </a:lnTo>
                <a:cubicBezTo>
                  <a:pt x="21233" y="730250"/>
                  <a:pt x="0" y="709017"/>
                  <a:pt x="0" y="682625"/>
                </a:cubicBezTo>
                <a:cubicBezTo>
                  <a:pt x="0" y="656233"/>
                  <a:pt x="21233" y="635000"/>
                  <a:pt x="47625" y="635000"/>
                </a:cubicBezTo>
                <a:lnTo>
                  <a:pt x="357188" y="635000"/>
                </a:lnTo>
                <a:cubicBezTo>
                  <a:pt x="370284" y="635000"/>
                  <a:pt x="381000" y="624284"/>
                  <a:pt x="381000" y="611188"/>
                </a:cubicBezTo>
                <a:cubicBezTo>
                  <a:pt x="381000" y="598091"/>
                  <a:pt x="370284" y="587375"/>
                  <a:pt x="357188" y="587375"/>
                </a:cubicBezTo>
                <a:lnTo>
                  <a:pt x="111125" y="587375"/>
                </a:lnTo>
                <a:cubicBezTo>
                  <a:pt x="84733" y="587375"/>
                  <a:pt x="63500" y="566142"/>
                  <a:pt x="63500" y="539750"/>
                </a:cubicBezTo>
                <a:cubicBezTo>
                  <a:pt x="63500" y="513358"/>
                  <a:pt x="84733" y="492125"/>
                  <a:pt x="111125" y="492125"/>
                </a:cubicBezTo>
                <a:lnTo>
                  <a:pt x="381000" y="492125"/>
                </a:lnTo>
                <a:lnTo>
                  <a:pt x="381000" y="492125"/>
                </a:lnTo>
                <a:lnTo>
                  <a:pt x="381000" y="492125"/>
                </a:lnTo>
                <a:lnTo>
                  <a:pt x="565944" y="492125"/>
                </a:lnTo>
                <a:lnTo>
                  <a:pt x="474266" y="434777"/>
                </a:lnTo>
                <a:cubicBezTo>
                  <a:pt x="444500" y="416123"/>
                  <a:pt x="435570" y="377031"/>
                  <a:pt x="454025" y="347266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1" name="Text 19"/>
          <p:cNvSpPr/>
          <p:nvPr/>
        </p:nvSpPr>
        <p:spPr>
          <a:xfrm>
            <a:off x="12054254" y="6176108"/>
            <a:ext cx="2476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很多很多事情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1446" y="7651263"/>
            <a:ext cx="15197992" cy="961292"/>
          </a:xfrm>
          <a:custGeom>
            <a:avLst/>
            <a:gdLst/>
            <a:ahLst/>
            <a:cxnLst/>
            <a:rect l="l" t="t" r="r" b="b"/>
            <a:pathLst>
              <a:path w="15197992" h="961292">
                <a:moveTo>
                  <a:pt x="203198" y="0"/>
                </a:moveTo>
                <a:lnTo>
                  <a:pt x="14994794" y="0"/>
                </a:lnTo>
                <a:cubicBezTo>
                  <a:pt x="15107018" y="0"/>
                  <a:pt x="15197992" y="90975"/>
                  <a:pt x="15197992" y="203198"/>
                </a:cubicBezTo>
                <a:lnTo>
                  <a:pt x="15197992" y="758094"/>
                </a:lnTo>
                <a:cubicBezTo>
                  <a:pt x="15197992" y="870318"/>
                  <a:pt x="15107018" y="961292"/>
                  <a:pt x="14994794" y="961292"/>
                </a:cubicBezTo>
                <a:lnTo>
                  <a:pt x="203198" y="961292"/>
                </a:lnTo>
                <a:cubicBezTo>
                  <a:pt x="90975" y="961292"/>
                  <a:pt x="0" y="870318"/>
                  <a:pt x="0" y="758094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FDE47F">
              <a:alpha val="30196"/>
            </a:srgbClr>
          </a:solidFill>
          <a:ln w="46892">
            <a:solidFill>
              <a:srgbClr val="FDE4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6917" y="797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4" name="Text 22"/>
          <p:cNvSpPr/>
          <p:nvPr/>
        </p:nvSpPr>
        <p:spPr>
          <a:xfrm>
            <a:off x="1266092" y="7928708"/>
            <a:ext cx="14262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提醒：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小手会沾上</a:t>
            </a: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看不见的细菌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哦！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咦，什么是细菌宝宝？</a:t>
            </a:r>
            <a:endParaRPr lang="en-US" sz="1600" dirty="0"/>
          </a:p>
        </p:txBody>
      </p:sp>
      <p:pic>
        <p:nvPicPr>
          <p:cNvPr id="3" name="Image 0" descr="https://kimi-web-img.moonshot.cn/img/pic.mksucai.com/d58be58755ab2ace67d986a884fdbe36ee5ff78b.webp"/>
          <p:cNvPicPr>
            <a:picLocks noChangeAspect="1"/>
          </p:cNvPicPr>
          <p:nvPr/>
        </p:nvPicPr>
        <p:blipFill>
          <a:blip r:embed="rId1"/>
          <a:srcRect l="12062" r="12062"/>
          <a:stretch>
            <a:fillRect/>
          </a:stretch>
        </p:blipFill>
        <p:spPr>
          <a:xfrm>
            <a:off x="2590800" y="2330452"/>
            <a:ext cx="3251200" cy="32512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4419600" y="2127252"/>
            <a:ext cx="1625600" cy="609600"/>
          </a:xfrm>
          <a:custGeom>
            <a:avLst/>
            <a:gdLst/>
            <a:ahLst/>
            <a:cxnLst/>
            <a:rect l="l" t="t" r="r" b="b"/>
            <a:pathLst>
              <a:path w="1625600" h="609600">
                <a:moveTo>
                  <a:pt x="304800" y="0"/>
                </a:moveTo>
                <a:lnTo>
                  <a:pt x="1320800" y="0"/>
                </a:lnTo>
                <a:cubicBezTo>
                  <a:pt x="1489024" y="0"/>
                  <a:pt x="1625600" y="136576"/>
                  <a:pt x="1625600" y="304800"/>
                </a:cubicBezTo>
                <a:lnTo>
                  <a:pt x="1625600" y="304800"/>
                </a:lnTo>
                <a:cubicBezTo>
                  <a:pt x="1625600" y="473024"/>
                  <a:pt x="1489024" y="609600"/>
                  <a:pt x="1320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419600" y="2127252"/>
            <a:ext cx="1778000" cy="609600"/>
          </a:xfrm>
          <a:prstGeom prst="rect">
            <a:avLst/>
          </a:prstGeom>
          <a:noFill/>
        </p:spPr>
        <p:txBody>
          <a:bodyPr wrap="square" lIns="203200" tIns="101600" rIns="203200" bIns="10160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细菌宝宝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886452"/>
            <a:ext cx="7569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细菌是非常</a:t>
            </a:r>
            <a:r>
              <a:rPr lang="en-US" sz="2400" b="1" dirty="0">
                <a:solidFill>
                  <a:srgbClr val="4A423F"/>
                </a:solidFill>
                <a:highlight>
                  <a:srgbClr val="FDE47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微小 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的生物，我们的眼睛看不见它们。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6584950"/>
            <a:ext cx="7569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它们喜欢藏在</a:t>
            </a:r>
            <a:r>
              <a:rPr lang="en-US" sz="2400" b="1" dirty="0">
                <a:solidFill>
                  <a:srgbClr val="FDFCF8"/>
                </a:solidFill>
                <a:highlight>
                  <a:srgbClr val="89CFF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玩具、门把手、楼梯扶手 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等地方。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7283450"/>
            <a:ext cx="7569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虽然细菌很小，但我们可以用</a:t>
            </a:r>
            <a:r>
              <a:rPr lang="en-US" sz="2400" b="1" dirty="0">
                <a:solidFill>
                  <a:srgbClr val="FDFCF8"/>
                </a:solidFill>
                <a:highlight>
                  <a:srgbClr val="89CFF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肥皂和水 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把它们洗掉！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31200" y="2870202"/>
            <a:ext cx="3606800" cy="2082800"/>
          </a:xfrm>
          <a:custGeom>
            <a:avLst/>
            <a:gdLst/>
            <a:ahLst/>
            <a:cxnLst/>
            <a:rect l="l" t="t" r="r" b="b"/>
            <a:pathLst>
              <a:path w="3606800" h="2082800">
                <a:moveTo>
                  <a:pt x="203198" y="0"/>
                </a:moveTo>
                <a:lnTo>
                  <a:pt x="3403602" y="0"/>
                </a:lnTo>
                <a:cubicBezTo>
                  <a:pt x="3515825" y="0"/>
                  <a:pt x="3606800" y="90975"/>
                  <a:pt x="3606800" y="203198"/>
                </a:cubicBezTo>
                <a:lnTo>
                  <a:pt x="3606800" y="1879602"/>
                </a:lnTo>
                <a:cubicBezTo>
                  <a:pt x="3606800" y="1991825"/>
                  <a:pt x="3515825" y="2082800"/>
                  <a:pt x="34036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26600" y="3124202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63563" y="-2580"/>
                </a:moveTo>
                <a:cubicBezTo>
                  <a:pt x="529233" y="-22423"/>
                  <a:pt x="486767" y="-22423"/>
                  <a:pt x="452437" y="-2580"/>
                </a:cubicBezTo>
                <a:lnTo>
                  <a:pt x="285353" y="93861"/>
                </a:lnTo>
                <a:cubicBezTo>
                  <a:pt x="251023" y="113705"/>
                  <a:pt x="229791" y="150416"/>
                  <a:pt x="229791" y="190103"/>
                </a:cubicBezTo>
                <a:lnTo>
                  <a:pt x="229791" y="392311"/>
                </a:lnTo>
                <a:lnTo>
                  <a:pt x="54570" y="493514"/>
                </a:lnTo>
                <a:cubicBezTo>
                  <a:pt x="20241" y="513358"/>
                  <a:pt x="-992" y="550069"/>
                  <a:pt x="-992" y="589756"/>
                </a:cubicBezTo>
                <a:lnTo>
                  <a:pt x="-992" y="782836"/>
                </a:lnTo>
                <a:cubicBezTo>
                  <a:pt x="-992" y="822523"/>
                  <a:pt x="20241" y="859234"/>
                  <a:pt x="54570" y="879078"/>
                </a:cubicBezTo>
                <a:lnTo>
                  <a:pt x="221853" y="975519"/>
                </a:lnTo>
                <a:cubicBezTo>
                  <a:pt x="256183" y="995363"/>
                  <a:pt x="298648" y="995363"/>
                  <a:pt x="332978" y="975519"/>
                </a:cubicBezTo>
                <a:lnTo>
                  <a:pt x="508198" y="874316"/>
                </a:lnTo>
                <a:lnTo>
                  <a:pt x="683419" y="975519"/>
                </a:lnTo>
                <a:cubicBezTo>
                  <a:pt x="717748" y="995363"/>
                  <a:pt x="760214" y="995363"/>
                  <a:pt x="794544" y="975519"/>
                </a:cubicBezTo>
                <a:lnTo>
                  <a:pt x="961430" y="879078"/>
                </a:lnTo>
                <a:cubicBezTo>
                  <a:pt x="995759" y="859234"/>
                  <a:pt x="1016992" y="822523"/>
                  <a:pt x="1016992" y="782836"/>
                </a:cubicBezTo>
                <a:lnTo>
                  <a:pt x="1016992" y="589756"/>
                </a:lnTo>
                <a:cubicBezTo>
                  <a:pt x="1016992" y="550069"/>
                  <a:pt x="995759" y="513358"/>
                  <a:pt x="961430" y="493514"/>
                </a:cubicBezTo>
                <a:lnTo>
                  <a:pt x="786209" y="392311"/>
                </a:lnTo>
                <a:lnTo>
                  <a:pt x="786209" y="190103"/>
                </a:lnTo>
                <a:cubicBezTo>
                  <a:pt x="786209" y="150416"/>
                  <a:pt x="764977" y="113705"/>
                  <a:pt x="730647" y="93861"/>
                </a:cubicBezTo>
                <a:lnTo>
                  <a:pt x="563563" y="-2580"/>
                </a:lnTo>
                <a:close/>
                <a:moveTo>
                  <a:pt x="460375" y="580628"/>
                </a:moveTo>
                <a:lnTo>
                  <a:pt x="460375" y="791964"/>
                </a:lnTo>
                <a:lnTo>
                  <a:pt x="285155" y="893167"/>
                </a:lnTo>
                <a:cubicBezTo>
                  <a:pt x="282773" y="894556"/>
                  <a:pt x="279995" y="895350"/>
                  <a:pt x="277217" y="895350"/>
                </a:cubicBezTo>
                <a:lnTo>
                  <a:pt x="277217" y="686395"/>
                </a:lnTo>
                <a:lnTo>
                  <a:pt x="460375" y="580628"/>
                </a:lnTo>
                <a:close/>
                <a:moveTo>
                  <a:pt x="919559" y="581819"/>
                </a:moveTo>
                <a:cubicBezTo>
                  <a:pt x="920948" y="584200"/>
                  <a:pt x="921742" y="586978"/>
                  <a:pt x="921742" y="589756"/>
                </a:cubicBezTo>
                <a:lnTo>
                  <a:pt x="921742" y="782836"/>
                </a:lnTo>
                <a:cubicBezTo>
                  <a:pt x="921742" y="788591"/>
                  <a:pt x="918766" y="793750"/>
                  <a:pt x="913805" y="796528"/>
                </a:cubicBezTo>
                <a:lnTo>
                  <a:pt x="746522" y="892969"/>
                </a:lnTo>
                <a:cubicBezTo>
                  <a:pt x="744141" y="894358"/>
                  <a:pt x="741363" y="895152"/>
                  <a:pt x="738584" y="895152"/>
                </a:cubicBezTo>
                <a:lnTo>
                  <a:pt x="738584" y="686197"/>
                </a:lnTo>
                <a:lnTo>
                  <a:pt x="919559" y="581819"/>
                </a:lnTo>
                <a:close/>
                <a:moveTo>
                  <a:pt x="691158" y="190103"/>
                </a:moveTo>
                <a:lnTo>
                  <a:pt x="691158" y="392311"/>
                </a:lnTo>
                <a:lnTo>
                  <a:pt x="508000" y="498078"/>
                </a:lnTo>
                <a:lnTo>
                  <a:pt x="508000" y="286742"/>
                </a:lnTo>
                <a:lnTo>
                  <a:pt x="688975" y="182364"/>
                </a:lnTo>
                <a:cubicBezTo>
                  <a:pt x="690364" y="184745"/>
                  <a:pt x="691158" y="187523"/>
                  <a:pt x="691158" y="190302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11" name="Text 8"/>
          <p:cNvSpPr/>
          <p:nvPr/>
        </p:nvSpPr>
        <p:spPr>
          <a:xfrm>
            <a:off x="8509000" y="4292602"/>
            <a:ext cx="325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玩具上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141201" y="2870202"/>
            <a:ext cx="3606800" cy="2082800"/>
          </a:xfrm>
          <a:custGeom>
            <a:avLst/>
            <a:gdLst/>
            <a:ahLst/>
            <a:cxnLst/>
            <a:rect l="l" t="t" r="r" b="b"/>
            <a:pathLst>
              <a:path w="3606800" h="2082800">
                <a:moveTo>
                  <a:pt x="203198" y="0"/>
                </a:moveTo>
                <a:lnTo>
                  <a:pt x="3403602" y="0"/>
                </a:lnTo>
                <a:cubicBezTo>
                  <a:pt x="3515825" y="0"/>
                  <a:pt x="3606800" y="90975"/>
                  <a:pt x="3606800" y="203198"/>
                </a:cubicBezTo>
                <a:lnTo>
                  <a:pt x="3606800" y="1879602"/>
                </a:lnTo>
                <a:cubicBezTo>
                  <a:pt x="3606800" y="1991825"/>
                  <a:pt x="3515825" y="2082800"/>
                  <a:pt x="34036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500100" y="3124202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63500" y="127000"/>
                </a:moveTo>
                <a:cubicBezTo>
                  <a:pt x="63500" y="56952"/>
                  <a:pt x="120452" y="0"/>
                  <a:pt x="190500" y="0"/>
                </a:cubicBezTo>
                <a:lnTo>
                  <a:pt x="698500" y="0"/>
                </a:lnTo>
                <a:cubicBezTo>
                  <a:pt x="768548" y="0"/>
                  <a:pt x="825500" y="56952"/>
                  <a:pt x="825500" y="127000"/>
                </a:cubicBezTo>
                <a:lnTo>
                  <a:pt x="825500" y="889000"/>
                </a:lnTo>
                <a:cubicBezTo>
                  <a:pt x="860623" y="889000"/>
                  <a:pt x="889000" y="917377"/>
                  <a:pt x="889000" y="952500"/>
                </a:cubicBezTo>
                <a:cubicBezTo>
                  <a:pt x="889000" y="987623"/>
                  <a:pt x="860623" y="1016000"/>
                  <a:pt x="825500" y="1016000"/>
                </a:cubicBezTo>
                <a:lnTo>
                  <a:pt x="63500" y="1016000"/>
                </a:lnTo>
                <a:cubicBezTo>
                  <a:pt x="28377" y="1016000"/>
                  <a:pt x="0" y="987623"/>
                  <a:pt x="0" y="952500"/>
                </a:cubicBezTo>
                <a:cubicBezTo>
                  <a:pt x="0" y="917377"/>
                  <a:pt x="28377" y="889000"/>
                  <a:pt x="63500" y="889000"/>
                </a:cubicBezTo>
                <a:lnTo>
                  <a:pt x="63500" y="127000"/>
                </a:lnTo>
                <a:close/>
                <a:moveTo>
                  <a:pt x="635000" y="571500"/>
                </a:moveTo>
                <a:cubicBezTo>
                  <a:pt x="670047" y="571500"/>
                  <a:pt x="698500" y="543047"/>
                  <a:pt x="698500" y="508000"/>
                </a:cubicBezTo>
                <a:cubicBezTo>
                  <a:pt x="698500" y="472953"/>
                  <a:pt x="670047" y="444500"/>
                  <a:pt x="635000" y="444500"/>
                </a:cubicBezTo>
                <a:cubicBezTo>
                  <a:pt x="599953" y="444500"/>
                  <a:pt x="571500" y="472953"/>
                  <a:pt x="571500" y="508000"/>
                </a:cubicBezTo>
                <a:cubicBezTo>
                  <a:pt x="571500" y="543047"/>
                  <a:pt x="599953" y="571500"/>
                  <a:pt x="635000" y="571500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14" name="Text 11"/>
          <p:cNvSpPr/>
          <p:nvPr/>
        </p:nvSpPr>
        <p:spPr>
          <a:xfrm>
            <a:off x="12319001" y="4292602"/>
            <a:ext cx="325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门把手上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331200" y="5156202"/>
            <a:ext cx="3606800" cy="2082800"/>
          </a:xfrm>
          <a:custGeom>
            <a:avLst/>
            <a:gdLst/>
            <a:ahLst/>
            <a:cxnLst/>
            <a:rect l="l" t="t" r="r" b="b"/>
            <a:pathLst>
              <a:path w="3606800" h="2082800">
                <a:moveTo>
                  <a:pt x="203198" y="0"/>
                </a:moveTo>
                <a:lnTo>
                  <a:pt x="3403602" y="0"/>
                </a:lnTo>
                <a:cubicBezTo>
                  <a:pt x="3515825" y="0"/>
                  <a:pt x="3606800" y="90975"/>
                  <a:pt x="3606800" y="203198"/>
                </a:cubicBezTo>
                <a:lnTo>
                  <a:pt x="3606800" y="1879602"/>
                </a:lnTo>
                <a:cubicBezTo>
                  <a:pt x="3606800" y="1991825"/>
                  <a:pt x="3515825" y="2082800"/>
                  <a:pt x="34036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26600" y="5410202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71500" y="63500"/>
                </a:moveTo>
                <a:cubicBezTo>
                  <a:pt x="571500" y="28377"/>
                  <a:pt x="543123" y="0"/>
                  <a:pt x="508000" y="0"/>
                </a:cubicBezTo>
                <a:cubicBezTo>
                  <a:pt x="472877" y="0"/>
                  <a:pt x="444500" y="28377"/>
                  <a:pt x="444500" y="63500"/>
                </a:cubicBezTo>
                <a:lnTo>
                  <a:pt x="444500" y="476250"/>
                </a:lnTo>
                <a:cubicBezTo>
                  <a:pt x="444500" y="493713"/>
                  <a:pt x="430213" y="508000"/>
                  <a:pt x="412750" y="508000"/>
                </a:cubicBezTo>
                <a:cubicBezTo>
                  <a:pt x="395287" y="508000"/>
                  <a:pt x="381000" y="493713"/>
                  <a:pt x="381000" y="476250"/>
                </a:cubicBezTo>
                <a:lnTo>
                  <a:pt x="381000" y="127000"/>
                </a:lnTo>
                <a:cubicBezTo>
                  <a:pt x="381000" y="91877"/>
                  <a:pt x="352623" y="63500"/>
                  <a:pt x="317500" y="63500"/>
                </a:cubicBezTo>
                <a:cubicBezTo>
                  <a:pt x="282377" y="63500"/>
                  <a:pt x="254000" y="91877"/>
                  <a:pt x="254000" y="127000"/>
                </a:cubicBezTo>
                <a:lnTo>
                  <a:pt x="254000" y="666750"/>
                </a:lnTo>
                <a:cubicBezTo>
                  <a:pt x="254000" y="669727"/>
                  <a:pt x="254000" y="672902"/>
                  <a:pt x="254198" y="675878"/>
                </a:cubicBezTo>
                <a:lnTo>
                  <a:pt x="134144" y="561578"/>
                </a:lnTo>
                <a:cubicBezTo>
                  <a:pt x="102394" y="531416"/>
                  <a:pt x="52189" y="532606"/>
                  <a:pt x="21828" y="564356"/>
                </a:cubicBezTo>
                <a:cubicBezTo>
                  <a:pt x="-8533" y="596106"/>
                  <a:pt x="-7144" y="646311"/>
                  <a:pt x="24606" y="676672"/>
                </a:cubicBezTo>
                <a:lnTo>
                  <a:pt x="247650" y="889000"/>
                </a:lnTo>
                <a:cubicBezTo>
                  <a:pt x="333177" y="970558"/>
                  <a:pt x="446881" y="1016000"/>
                  <a:pt x="565150" y="1016000"/>
                </a:cubicBezTo>
                <a:lnTo>
                  <a:pt x="603250" y="1016000"/>
                </a:lnTo>
                <a:cubicBezTo>
                  <a:pt x="796131" y="1016000"/>
                  <a:pt x="952500" y="859631"/>
                  <a:pt x="952500" y="666750"/>
                </a:cubicBezTo>
                <a:lnTo>
                  <a:pt x="952500" y="254000"/>
                </a:lnTo>
                <a:cubicBezTo>
                  <a:pt x="952500" y="218877"/>
                  <a:pt x="924123" y="190500"/>
                  <a:pt x="889000" y="190500"/>
                </a:cubicBezTo>
                <a:cubicBezTo>
                  <a:pt x="853877" y="190500"/>
                  <a:pt x="825500" y="218877"/>
                  <a:pt x="825500" y="254000"/>
                </a:cubicBezTo>
                <a:lnTo>
                  <a:pt x="825500" y="476250"/>
                </a:lnTo>
                <a:cubicBezTo>
                  <a:pt x="825500" y="493713"/>
                  <a:pt x="811213" y="508000"/>
                  <a:pt x="793750" y="508000"/>
                </a:cubicBezTo>
                <a:cubicBezTo>
                  <a:pt x="776288" y="508000"/>
                  <a:pt x="762000" y="493713"/>
                  <a:pt x="762000" y="476250"/>
                </a:cubicBezTo>
                <a:lnTo>
                  <a:pt x="762000" y="127000"/>
                </a:lnTo>
                <a:cubicBezTo>
                  <a:pt x="762000" y="91877"/>
                  <a:pt x="733623" y="63500"/>
                  <a:pt x="698500" y="63500"/>
                </a:cubicBezTo>
                <a:cubicBezTo>
                  <a:pt x="663377" y="63500"/>
                  <a:pt x="635000" y="91877"/>
                  <a:pt x="635000" y="127000"/>
                </a:cubicBezTo>
                <a:lnTo>
                  <a:pt x="635000" y="476250"/>
                </a:lnTo>
                <a:cubicBezTo>
                  <a:pt x="635000" y="493713"/>
                  <a:pt x="620713" y="508000"/>
                  <a:pt x="603250" y="508000"/>
                </a:cubicBezTo>
                <a:cubicBezTo>
                  <a:pt x="585788" y="508000"/>
                  <a:pt x="571500" y="493713"/>
                  <a:pt x="571500" y="476250"/>
                </a:cubicBezTo>
                <a:lnTo>
                  <a:pt x="571500" y="63500"/>
                </a:lnTo>
                <a:close/>
              </a:path>
            </a:pathLst>
          </a:custGeom>
          <a:solidFill>
            <a:srgbClr val="FDE47F"/>
          </a:solidFill>
        </p:spPr>
      </p:sp>
      <p:sp>
        <p:nvSpPr>
          <p:cNvPr id="17" name="Text 14"/>
          <p:cNvSpPr/>
          <p:nvPr/>
        </p:nvSpPr>
        <p:spPr>
          <a:xfrm>
            <a:off x="8509000" y="6578600"/>
            <a:ext cx="325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楼梯扶手上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141201" y="5156202"/>
            <a:ext cx="3606800" cy="2082800"/>
          </a:xfrm>
          <a:custGeom>
            <a:avLst/>
            <a:gdLst/>
            <a:ahLst/>
            <a:cxnLst/>
            <a:rect l="l" t="t" r="r" b="b"/>
            <a:pathLst>
              <a:path w="3606800" h="2082800">
                <a:moveTo>
                  <a:pt x="203198" y="0"/>
                </a:moveTo>
                <a:lnTo>
                  <a:pt x="3403602" y="0"/>
                </a:lnTo>
                <a:cubicBezTo>
                  <a:pt x="3515825" y="0"/>
                  <a:pt x="3606800" y="90975"/>
                  <a:pt x="3606800" y="203198"/>
                </a:cubicBezTo>
                <a:lnTo>
                  <a:pt x="3606800" y="1879602"/>
                </a:lnTo>
                <a:cubicBezTo>
                  <a:pt x="3606800" y="1991825"/>
                  <a:pt x="3515825" y="2082800"/>
                  <a:pt x="3403602" y="2082800"/>
                </a:cubicBezTo>
                <a:lnTo>
                  <a:pt x="203198" y="2082800"/>
                </a:lnTo>
                <a:cubicBezTo>
                  <a:pt x="90975" y="2082800"/>
                  <a:pt x="0" y="1991825"/>
                  <a:pt x="0" y="1879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3500100" y="5410202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444500" y="222250"/>
                </a:moveTo>
                <a:cubicBezTo>
                  <a:pt x="427038" y="222250"/>
                  <a:pt x="412750" y="207963"/>
                  <a:pt x="412750" y="190500"/>
                </a:cubicBezTo>
                <a:lnTo>
                  <a:pt x="412750" y="158750"/>
                </a:lnTo>
                <a:cubicBezTo>
                  <a:pt x="412750" y="71041"/>
                  <a:pt x="483791" y="0"/>
                  <a:pt x="571500" y="0"/>
                </a:cubicBezTo>
                <a:lnTo>
                  <a:pt x="603250" y="0"/>
                </a:lnTo>
                <a:cubicBezTo>
                  <a:pt x="620713" y="0"/>
                  <a:pt x="635000" y="14288"/>
                  <a:pt x="635000" y="31750"/>
                </a:cubicBezTo>
                <a:lnTo>
                  <a:pt x="635000" y="63500"/>
                </a:lnTo>
                <a:cubicBezTo>
                  <a:pt x="635000" y="151209"/>
                  <a:pt x="563959" y="222250"/>
                  <a:pt x="476250" y="222250"/>
                </a:cubicBezTo>
                <a:lnTo>
                  <a:pt x="444500" y="222250"/>
                </a:lnTo>
                <a:close/>
                <a:moveTo>
                  <a:pt x="0" y="571500"/>
                </a:moveTo>
                <a:cubicBezTo>
                  <a:pt x="0" y="420092"/>
                  <a:pt x="70842" y="254000"/>
                  <a:pt x="222250" y="254000"/>
                </a:cubicBezTo>
                <a:cubicBezTo>
                  <a:pt x="276423" y="254000"/>
                  <a:pt x="340717" y="274439"/>
                  <a:pt x="386358" y="292298"/>
                </a:cubicBezTo>
                <a:cubicBezTo>
                  <a:pt x="423664" y="306784"/>
                  <a:pt x="465534" y="306784"/>
                  <a:pt x="502841" y="292298"/>
                </a:cubicBezTo>
                <a:cubicBezTo>
                  <a:pt x="548283" y="274638"/>
                  <a:pt x="612775" y="254000"/>
                  <a:pt x="666948" y="254000"/>
                </a:cubicBezTo>
                <a:cubicBezTo>
                  <a:pt x="818356" y="254000"/>
                  <a:pt x="889198" y="420092"/>
                  <a:pt x="889198" y="571500"/>
                </a:cubicBezTo>
                <a:cubicBezTo>
                  <a:pt x="889198" y="825500"/>
                  <a:pt x="730448" y="1016000"/>
                  <a:pt x="571698" y="1016000"/>
                </a:cubicBezTo>
                <a:cubicBezTo>
                  <a:pt x="538956" y="1016000"/>
                  <a:pt x="496094" y="1002903"/>
                  <a:pt x="469503" y="993577"/>
                </a:cubicBezTo>
                <a:cubicBezTo>
                  <a:pt x="453430" y="988020"/>
                  <a:pt x="435967" y="988020"/>
                  <a:pt x="419894" y="993577"/>
                </a:cubicBezTo>
                <a:cubicBezTo>
                  <a:pt x="393303" y="1002903"/>
                  <a:pt x="350441" y="1016000"/>
                  <a:pt x="317698" y="1016000"/>
                </a:cubicBezTo>
                <a:cubicBezTo>
                  <a:pt x="158948" y="1016000"/>
                  <a:pt x="198" y="825500"/>
                  <a:pt x="198" y="571500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20" name="Text 17"/>
          <p:cNvSpPr/>
          <p:nvPr/>
        </p:nvSpPr>
        <p:spPr>
          <a:xfrm>
            <a:off x="12319001" y="6578600"/>
            <a:ext cx="325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食物上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为什么要洗手？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1446" y="1598246"/>
            <a:ext cx="7374792" cy="5901592"/>
          </a:xfrm>
          <a:custGeom>
            <a:avLst/>
            <a:gdLst/>
            <a:ahLst/>
            <a:cxnLst/>
            <a:rect l="l" t="t" r="r" b="b"/>
            <a:pathLst>
              <a:path w="7374792" h="5901592">
                <a:moveTo>
                  <a:pt x="304817" y="0"/>
                </a:moveTo>
                <a:lnTo>
                  <a:pt x="7069975" y="0"/>
                </a:lnTo>
                <a:cubicBezTo>
                  <a:pt x="7238321" y="0"/>
                  <a:pt x="7374792" y="136471"/>
                  <a:pt x="7374792" y="304817"/>
                </a:cubicBezTo>
                <a:lnTo>
                  <a:pt x="7374792" y="5596775"/>
                </a:lnTo>
                <a:cubicBezTo>
                  <a:pt x="7374792" y="5765121"/>
                  <a:pt x="7238321" y="5901592"/>
                  <a:pt x="7069975" y="5901592"/>
                </a:cubicBezTo>
                <a:lnTo>
                  <a:pt x="304817" y="5901592"/>
                </a:lnTo>
                <a:cubicBezTo>
                  <a:pt x="136471" y="5901592"/>
                  <a:pt x="0" y="5765121"/>
                  <a:pt x="0" y="5596775"/>
                </a:cubicBezTo>
                <a:lnTo>
                  <a:pt x="0" y="304817"/>
                </a:lnTo>
                <a:cubicBezTo>
                  <a:pt x="0" y="136584"/>
                  <a:pt x="136584" y="0"/>
                  <a:pt x="304817" y="0"/>
                </a:cubicBezTo>
                <a:close/>
              </a:path>
            </a:pathLst>
          </a:custGeom>
          <a:solidFill>
            <a:srgbClr val="FFDAB9">
              <a:alpha val="20000"/>
            </a:srgbClr>
          </a:solidFill>
          <a:ln w="46892">
            <a:solidFill>
              <a:srgbClr val="FFDA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03600" y="1955800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812800" y="0"/>
                </a:moveTo>
                <a:lnTo>
                  <a:pt x="812800" y="0"/>
                </a:lnTo>
                <a:cubicBezTo>
                  <a:pt x="1261397" y="0"/>
                  <a:pt x="1625600" y="364203"/>
                  <a:pt x="1625600" y="812800"/>
                </a:cubicBezTo>
                <a:lnTo>
                  <a:pt x="1625600" y="812800"/>
                </a:lnTo>
                <a:cubicBezTo>
                  <a:pt x="1625600" y="1261397"/>
                  <a:pt x="1261397" y="1625600"/>
                  <a:pt x="812800" y="1625600"/>
                </a:cubicBezTo>
                <a:lnTo>
                  <a:pt x="812800" y="1625600"/>
                </a:lnTo>
                <a:cubicBezTo>
                  <a:pt x="364203" y="1625600"/>
                  <a:pt x="0" y="1261397"/>
                  <a:pt x="0" y="812800"/>
                </a:cubicBezTo>
                <a:lnTo>
                  <a:pt x="0" y="812800"/>
                </a:lnTo>
                <a:cubicBezTo>
                  <a:pt x="0" y="364203"/>
                  <a:pt x="364203" y="0"/>
                  <a:pt x="81280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08400" y="2260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508000"/>
                </a:moveTo>
                <a:cubicBezTo>
                  <a:pt x="0" y="227627"/>
                  <a:pt x="227627" y="0"/>
                  <a:pt x="508000" y="0"/>
                </a:cubicBezTo>
                <a:cubicBezTo>
                  <a:pt x="788373" y="0"/>
                  <a:pt x="1016000" y="227627"/>
                  <a:pt x="1016000" y="508000"/>
                </a:cubicBezTo>
                <a:cubicBezTo>
                  <a:pt x="1016000" y="788373"/>
                  <a:pt x="788373" y="1016000"/>
                  <a:pt x="508000" y="1016000"/>
                </a:cubicBezTo>
                <a:cubicBezTo>
                  <a:pt x="227627" y="1016000"/>
                  <a:pt x="0" y="788373"/>
                  <a:pt x="0" y="508000"/>
                </a:cubicBezTo>
                <a:close/>
                <a:moveTo>
                  <a:pt x="537766" y="702469"/>
                </a:moveTo>
                <a:cubicBezTo>
                  <a:pt x="548680" y="699889"/>
                  <a:pt x="559792" y="698500"/>
                  <a:pt x="571500" y="698500"/>
                </a:cubicBezTo>
                <a:cubicBezTo>
                  <a:pt x="619323" y="698500"/>
                  <a:pt x="661591" y="721916"/>
                  <a:pt x="687586" y="758031"/>
                </a:cubicBezTo>
                <a:cubicBezTo>
                  <a:pt x="702866" y="779463"/>
                  <a:pt x="732631" y="784225"/>
                  <a:pt x="754063" y="768945"/>
                </a:cubicBezTo>
                <a:cubicBezTo>
                  <a:pt x="775494" y="753666"/>
                  <a:pt x="780256" y="723900"/>
                  <a:pt x="764977" y="702469"/>
                </a:cubicBezTo>
                <a:cubicBezTo>
                  <a:pt x="721916" y="642541"/>
                  <a:pt x="651272" y="603250"/>
                  <a:pt x="571500" y="603250"/>
                </a:cubicBezTo>
                <a:cubicBezTo>
                  <a:pt x="546695" y="603250"/>
                  <a:pt x="522684" y="607020"/>
                  <a:pt x="500261" y="614164"/>
                </a:cubicBezTo>
                <a:cubicBezTo>
                  <a:pt x="519708" y="639366"/>
                  <a:pt x="533003" y="669528"/>
                  <a:pt x="537766" y="702667"/>
                </a:cubicBezTo>
                <a:close/>
                <a:moveTo>
                  <a:pt x="349250" y="476250"/>
                </a:moveTo>
                <a:cubicBezTo>
                  <a:pt x="384297" y="476250"/>
                  <a:pt x="412750" y="447797"/>
                  <a:pt x="412750" y="412750"/>
                </a:cubicBezTo>
                <a:cubicBezTo>
                  <a:pt x="412750" y="377703"/>
                  <a:pt x="384297" y="349250"/>
                  <a:pt x="349250" y="349250"/>
                </a:cubicBezTo>
                <a:cubicBezTo>
                  <a:pt x="314203" y="349250"/>
                  <a:pt x="285750" y="377703"/>
                  <a:pt x="285750" y="412750"/>
                </a:cubicBezTo>
                <a:cubicBezTo>
                  <a:pt x="285750" y="447797"/>
                  <a:pt x="314203" y="476250"/>
                  <a:pt x="349250" y="476250"/>
                </a:cubicBezTo>
                <a:close/>
                <a:moveTo>
                  <a:pt x="730250" y="412750"/>
                </a:moveTo>
                <a:cubicBezTo>
                  <a:pt x="730250" y="377703"/>
                  <a:pt x="701797" y="349250"/>
                  <a:pt x="666750" y="349250"/>
                </a:cubicBezTo>
                <a:cubicBezTo>
                  <a:pt x="631703" y="349250"/>
                  <a:pt x="603250" y="377703"/>
                  <a:pt x="603250" y="412750"/>
                </a:cubicBezTo>
                <a:cubicBezTo>
                  <a:pt x="603250" y="447797"/>
                  <a:pt x="631703" y="476250"/>
                  <a:pt x="666750" y="476250"/>
                </a:cubicBezTo>
                <a:cubicBezTo>
                  <a:pt x="701797" y="476250"/>
                  <a:pt x="730250" y="447797"/>
                  <a:pt x="730250" y="412750"/>
                </a:cubicBezTo>
                <a:close/>
                <a:moveTo>
                  <a:pt x="367903" y="581025"/>
                </a:moveTo>
                <a:cubicBezTo>
                  <a:pt x="363141" y="575270"/>
                  <a:pt x="356592" y="571500"/>
                  <a:pt x="349250" y="571500"/>
                </a:cubicBezTo>
                <a:cubicBezTo>
                  <a:pt x="341908" y="571500"/>
                  <a:pt x="335359" y="575270"/>
                  <a:pt x="330597" y="581025"/>
                </a:cubicBezTo>
                <a:cubicBezTo>
                  <a:pt x="317698" y="596503"/>
                  <a:pt x="305594" y="612973"/>
                  <a:pt x="294283" y="629841"/>
                </a:cubicBezTo>
                <a:cubicBezTo>
                  <a:pt x="276423" y="656431"/>
                  <a:pt x="254000" y="689769"/>
                  <a:pt x="254000" y="723900"/>
                </a:cubicBezTo>
                <a:cubicBezTo>
                  <a:pt x="254000" y="780058"/>
                  <a:pt x="296664" y="825500"/>
                  <a:pt x="349250" y="825500"/>
                </a:cubicBezTo>
                <a:cubicBezTo>
                  <a:pt x="401836" y="825500"/>
                  <a:pt x="444500" y="780058"/>
                  <a:pt x="444500" y="723900"/>
                </a:cubicBezTo>
                <a:cubicBezTo>
                  <a:pt x="444500" y="689769"/>
                  <a:pt x="422275" y="656431"/>
                  <a:pt x="404217" y="629841"/>
                </a:cubicBezTo>
                <a:cubicBezTo>
                  <a:pt x="392906" y="612973"/>
                  <a:pt x="380603" y="596702"/>
                  <a:pt x="367903" y="581025"/>
                </a:cubicBezTo>
                <a:close/>
              </a:path>
            </a:pathLst>
          </a:custGeom>
          <a:solidFill>
            <a:srgbClr val="4A423F"/>
          </a:solidFill>
        </p:spPr>
      </p:sp>
      <p:sp>
        <p:nvSpPr>
          <p:cNvPr id="6" name="Text 4"/>
          <p:cNvSpPr/>
          <p:nvPr/>
        </p:nvSpPr>
        <p:spPr>
          <a:xfrm>
            <a:off x="3073400" y="3886200"/>
            <a:ext cx="2476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不洗手吃东西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73400" y="45466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细菌吃进肚子里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73400" y="51054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肚子会疼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73400" y="56642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可能会生病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0150" y="63754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381000" y="-47625"/>
                </a:moveTo>
                <a:cubicBezTo>
                  <a:pt x="400794" y="-47625"/>
                  <a:pt x="416719" y="-31700"/>
                  <a:pt x="416719" y="-11906"/>
                </a:cubicBezTo>
                <a:lnTo>
                  <a:pt x="416719" y="4465"/>
                </a:lnTo>
                <a:cubicBezTo>
                  <a:pt x="429518" y="7739"/>
                  <a:pt x="441871" y="12799"/>
                  <a:pt x="453628" y="19794"/>
                </a:cubicBezTo>
                <a:lnTo>
                  <a:pt x="462855" y="10418"/>
                </a:lnTo>
                <a:cubicBezTo>
                  <a:pt x="476845" y="-3572"/>
                  <a:pt x="499467" y="-3572"/>
                  <a:pt x="513308" y="10418"/>
                </a:cubicBezTo>
                <a:cubicBezTo>
                  <a:pt x="527149" y="24408"/>
                  <a:pt x="527298" y="47030"/>
                  <a:pt x="513308" y="60871"/>
                </a:cubicBezTo>
                <a:lnTo>
                  <a:pt x="503932" y="70247"/>
                </a:lnTo>
                <a:cubicBezTo>
                  <a:pt x="510778" y="81855"/>
                  <a:pt x="515838" y="94357"/>
                  <a:pt x="519261" y="107156"/>
                </a:cubicBezTo>
                <a:lnTo>
                  <a:pt x="535632" y="107156"/>
                </a:lnTo>
                <a:cubicBezTo>
                  <a:pt x="555427" y="107156"/>
                  <a:pt x="571351" y="123081"/>
                  <a:pt x="571351" y="142875"/>
                </a:cubicBezTo>
                <a:cubicBezTo>
                  <a:pt x="571351" y="162669"/>
                  <a:pt x="555427" y="178594"/>
                  <a:pt x="535632" y="178594"/>
                </a:cubicBezTo>
                <a:lnTo>
                  <a:pt x="519261" y="178594"/>
                </a:lnTo>
                <a:cubicBezTo>
                  <a:pt x="515987" y="191393"/>
                  <a:pt x="510927" y="203746"/>
                  <a:pt x="503932" y="215503"/>
                </a:cubicBezTo>
                <a:lnTo>
                  <a:pt x="513457" y="224730"/>
                </a:lnTo>
                <a:cubicBezTo>
                  <a:pt x="527447" y="238720"/>
                  <a:pt x="527447" y="261342"/>
                  <a:pt x="513457" y="275183"/>
                </a:cubicBezTo>
                <a:cubicBezTo>
                  <a:pt x="499467" y="289024"/>
                  <a:pt x="476845" y="289173"/>
                  <a:pt x="463004" y="275183"/>
                </a:cubicBezTo>
                <a:lnTo>
                  <a:pt x="456902" y="269081"/>
                </a:lnTo>
                <a:lnTo>
                  <a:pt x="412105" y="313879"/>
                </a:lnTo>
                <a:lnTo>
                  <a:pt x="418207" y="319980"/>
                </a:lnTo>
                <a:cubicBezTo>
                  <a:pt x="432197" y="333970"/>
                  <a:pt x="432197" y="356592"/>
                  <a:pt x="418207" y="370433"/>
                </a:cubicBezTo>
                <a:cubicBezTo>
                  <a:pt x="404217" y="384274"/>
                  <a:pt x="381595" y="384423"/>
                  <a:pt x="367754" y="370433"/>
                </a:cubicBezTo>
                <a:lnTo>
                  <a:pt x="361652" y="364331"/>
                </a:lnTo>
                <a:cubicBezTo>
                  <a:pt x="346770" y="379214"/>
                  <a:pt x="331887" y="394097"/>
                  <a:pt x="316855" y="409129"/>
                </a:cubicBezTo>
                <a:lnTo>
                  <a:pt x="322957" y="415230"/>
                </a:lnTo>
                <a:cubicBezTo>
                  <a:pt x="336947" y="429220"/>
                  <a:pt x="336947" y="451842"/>
                  <a:pt x="322957" y="465683"/>
                </a:cubicBezTo>
                <a:cubicBezTo>
                  <a:pt x="308967" y="479524"/>
                  <a:pt x="286345" y="479673"/>
                  <a:pt x="272504" y="465683"/>
                </a:cubicBezTo>
                <a:lnTo>
                  <a:pt x="263128" y="456307"/>
                </a:lnTo>
                <a:cubicBezTo>
                  <a:pt x="251520" y="463153"/>
                  <a:pt x="239018" y="468213"/>
                  <a:pt x="226219" y="471636"/>
                </a:cubicBezTo>
                <a:lnTo>
                  <a:pt x="226219" y="488007"/>
                </a:lnTo>
                <a:cubicBezTo>
                  <a:pt x="226219" y="507802"/>
                  <a:pt x="210294" y="523726"/>
                  <a:pt x="190500" y="523726"/>
                </a:cubicBezTo>
                <a:cubicBezTo>
                  <a:pt x="170706" y="523726"/>
                  <a:pt x="154781" y="507802"/>
                  <a:pt x="154781" y="488007"/>
                </a:cubicBezTo>
                <a:lnTo>
                  <a:pt x="154781" y="471636"/>
                </a:lnTo>
                <a:cubicBezTo>
                  <a:pt x="141982" y="468362"/>
                  <a:pt x="129629" y="463302"/>
                  <a:pt x="117872" y="456307"/>
                </a:cubicBezTo>
                <a:lnTo>
                  <a:pt x="108645" y="465832"/>
                </a:lnTo>
                <a:cubicBezTo>
                  <a:pt x="94655" y="479822"/>
                  <a:pt x="72033" y="479822"/>
                  <a:pt x="58192" y="465832"/>
                </a:cubicBezTo>
                <a:cubicBezTo>
                  <a:pt x="44351" y="451842"/>
                  <a:pt x="44202" y="429220"/>
                  <a:pt x="58192" y="415379"/>
                </a:cubicBezTo>
                <a:lnTo>
                  <a:pt x="67568" y="406003"/>
                </a:lnTo>
                <a:cubicBezTo>
                  <a:pt x="60722" y="394395"/>
                  <a:pt x="55662" y="381893"/>
                  <a:pt x="52239" y="369094"/>
                </a:cubicBezTo>
                <a:lnTo>
                  <a:pt x="35868" y="369094"/>
                </a:lnTo>
                <a:cubicBezTo>
                  <a:pt x="16073" y="369094"/>
                  <a:pt x="149" y="353169"/>
                  <a:pt x="149" y="333375"/>
                </a:cubicBezTo>
                <a:cubicBezTo>
                  <a:pt x="149" y="313581"/>
                  <a:pt x="16073" y="297656"/>
                  <a:pt x="35868" y="297656"/>
                </a:cubicBezTo>
                <a:lnTo>
                  <a:pt x="52239" y="297656"/>
                </a:lnTo>
                <a:cubicBezTo>
                  <a:pt x="55513" y="284857"/>
                  <a:pt x="60573" y="272504"/>
                  <a:pt x="67568" y="260747"/>
                </a:cubicBezTo>
                <a:lnTo>
                  <a:pt x="58043" y="251520"/>
                </a:lnTo>
                <a:cubicBezTo>
                  <a:pt x="44053" y="237530"/>
                  <a:pt x="44053" y="214908"/>
                  <a:pt x="58043" y="201067"/>
                </a:cubicBezTo>
                <a:cubicBezTo>
                  <a:pt x="72033" y="187226"/>
                  <a:pt x="94655" y="187077"/>
                  <a:pt x="108496" y="201067"/>
                </a:cubicBezTo>
                <a:lnTo>
                  <a:pt x="114598" y="207169"/>
                </a:lnTo>
                <a:cubicBezTo>
                  <a:pt x="129480" y="192286"/>
                  <a:pt x="144363" y="177403"/>
                  <a:pt x="159395" y="162371"/>
                </a:cubicBezTo>
                <a:lnTo>
                  <a:pt x="153293" y="156270"/>
                </a:lnTo>
                <a:cubicBezTo>
                  <a:pt x="139303" y="142280"/>
                  <a:pt x="139303" y="119658"/>
                  <a:pt x="153293" y="105817"/>
                </a:cubicBezTo>
                <a:cubicBezTo>
                  <a:pt x="167283" y="91976"/>
                  <a:pt x="189905" y="91827"/>
                  <a:pt x="203746" y="105817"/>
                </a:cubicBezTo>
                <a:lnTo>
                  <a:pt x="209848" y="111919"/>
                </a:lnTo>
                <a:lnTo>
                  <a:pt x="254645" y="67121"/>
                </a:lnTo>
                <a:lnTo>
                  <a:pt x="248543" y="61020"/>
                </a:lnTo>
                <a:cubicBezTo>
                  <a:pt x="234553" y="47030"/>
                  <a:pt x="234553" y="24408"/>
                  <a:pt x="248543" y="10567"/>
                </a:cubicBezTo>
                <a:cubicBezTo>
                  <a:pt x="262533" y="-3274"/>
                  <a:pt x="285155" y="-3423"/>
                  <a:pt x="299145" y="10418"/>
                </a:cubicBezTo>
                <a:lnTo>
                  <a:pt x="308521" y="19794"/>
                </a:lnTo>
                <a:cubicBezTo>
                  <a:pt x="320129" y="12948"/>
                  <a:pt x="332631" y="7888"/>
                  <a:pt x="345430" y="4465"/>
                </a:cubicBezTo>
                <a:lnTo>
                  <a:pt x="345430" y="-11906"/>
                </a:lnTo>
                <a:cubicBezTo>
                  <a:pt x="345430" y="-31700"/>
                  <a:pt x="361355" y="-47625"/>
                  <a:pt x="381149" y="-47625"/>
                </a:cubicBezTo>
                <a:close/>
                <a:moveTo>
                  <a:pt x="190500" y="381000"/>
                </a:moveTo>
                <a:cubicBezTo>
                  <a:pt x="216785" y="381000"/>
                  <a:pt x="238125" y="359660"/>
                  <a:pt x="238125" y="333375"/>
                </a:cubicBezTo>
                <a:cubicBezTo>
                  <a:pt x="238125" y="307090"/>
                  <a:pt x="216785" y="285750"/>
                  <a:pt x="190500" y="285750"/>
                </a:cubicBezTo>
                <a:cubicBezTo>
                  <a:pt x="164215" y="285750"/>
                  <a:pt x="142875" y="307090"/>
                  <a:pt x="142875" y="333375"/>
                </a:cubicBezTo>
                <a:cubicBezTo>
                  <a:pt x="142875" y="359660"/>
                  <a:pt x="164215" y="381000"/>
                  <a:pt x="190500" y="381000"/>
                </a:cubicBezTo>
                <a:close/>
                <a:moveTo>
                  <a:pt x="357188" y="214313"/>
                </a:moveTo>
                <a:cubicBezTo>
                  <a:pt x="357188" y="188028"/>
                  <a:pt x="335847" y="166688"/>
                  <a:pt x="309563" y="166688"/>
                </a:cubicBezTo>
                <a:cubicBezTo>
                  <a:pt x="283278" y="166688"/>
                  <a:pt x="261938" y="188028"/>
                  <a:pt x="261938" y="214313"/>
                </a:cubicBezTo>
                <a:cubicBezTo>
                  <a:pt x="261938" y="240597"/>
                  <a:pt x="283278" y="261938"/>
                  <a:pt x="309563" y="261938"/>
                </a:cubicBezTo>
                <a:cubicBezTo>
                  <a:pt x="335847" y="261938"/>
                  <a:pt x="357188" y="240597"/>
                  <a:pt x="357188" y="214313"/>
                </a:cubicBezTo>
                <a:close/>
                <a:moveTo>
                  <a:pt x="797719" y="273844"/>
                </a:moveTo>
                <a:lnTo>
                  <a:pt x="797719" y="290215"/>
                </a:lnTo>
                <a:cubicBezTo>
                  <a:pt x="810518" y="293489"/>
                  <a:pt x="822871" y="298549"/>
                  <a:pt x="834628" y="305544"/>
                </a:cubicBezTo>
                <a:lnTo>
                  <a:pt x="843855" y="296168"/>
                </a:lnTo>
                <a:cubicBezTo>
                  <a:pt x="857845" y="282178"/>
                  <a:pt x="880467" y="282178"/>
                  <a:pt x="894308" y="296168"/>
                </a:cubicBezTo>
                <a:cubicBezTo>
                  <a:pt x="908149" y="310158"/>
                  <a:pt x="908298" y="332780"/>
                  <a:pt x="894308" y="346621"/>
                </a:cubicBezTo>
                <a:lnTo>
                  <a:pt x="884932" y="355997"/>
                </a:lnTo>
                <a:cubicBezTo>
                  <a:pt x="891778" y="367605"/>
                  <a:pt x="896838" y="380107"/>
                  <a:pt x="900261" y="392906"/>
                </a:cubicBezTo>
                <a:lnTo>
                  <a:pt x="916632" y="392906"/>
                </a:lnTo>
                <a:cubicBezTo>
                  <a:pt x="936427" y="392906"/>
                  <a:pt x="952351" y="408831"/>
                  <a:pt x="952351" y="428625"/>
                </a:cubicBezTo>
                <a:cubicBezTo>
                  <a:pt x="952351" y="448419"/>
                  <a:pt x="936427" y="464344"/>
                  <a:pt x="916632" y="464344"/>
                </a:cubicBezTo>
                <a:lnTo>
                  <a:pt x="900261" y="464344"/>
                </a:lnTo>
                <a:cubicBezTo>
                  <a:pt x="896987" y="477143"/>
                  <a:pt x="891927" y="489496"/>
                  <a:pt x="884932" y="501253"/>
                </a:cubicBezTo>
                <a:lnTo>
                  <a:pt x="894457" y="510480"/>
                </a:lnTo>
                <a:cubicBezTo>
                  <a:pt x="908447" y="524470"/>
                  <a:pt x="908447" y="547092"/>
                  <a:pt x="894457" y="560933"/>
                </a:cubicBezTo>
                <a:cubicBezTo>
                  <a:pt x="880467" y="574774"/>
                  <a:pt x="857845" y="574923"/>
                  <a:pt x="844004" y="560933"/>
                </a:cubicBezTo>
                <a:lnTo>
                  <a:pt x="837902" y="554831"/>
                </a:lnTo>
                <a:lnTo>
                  <a:pt x="793105" y="599629"/>
                </a:lnTo>
                <a:lnTo>
                  <a:pt x="799207" y="605730"/>
                </a:lnTo>
                <a:cubicBezTo>
                  <a:pt x="813197" y="619720"/>
                  <a:pt x="813197" y="642342"/>
                  <a:pt x="799207" y="656183"/>
                </a:cubicBezTo>
                <a:cubicBezTo>
                  <a:pt x="785217" y="670024"/>
                  <a:pt x="762595" y="670173"/>
                  <a:pt x="748754" y="656183"/>
                </a:cubicBezTo>
                <a:lnTo>
                  <a:pt x="742652" y="650081"/>
                </a:lnTo>
                <a:cubicBezTo>
                  <a:pt x="727770" y="664964"/>
                  <a:pt x="712887" y="679847"/>
                  <a:pt x="697855" y="694879"/>
                </a:cubicBezTo>
                <a:lnTo>
                  <a:pt x="703957" y="700980"/>
                </a:lnTo>
                <a:cubicBezTo>
                  <a:pt x="717947" y="714970"/>
                  <a:pt x="717947" y="737592"/>
                  <a:pt x="703957" y="751433"/>
                </a:cubicBezTo>
                <a:cubicBezTo>
                  <a:pt x="689967" y="765274"/>
                  <a:pt x="667345" y="765423"/>
                  <a:pt x="653504" y="751433"/>
                </a:cubicBezTo>
                <a:lnTo>
                  <a:pt x="644128" y="742057"/>
                </a:lnTo>
                <a:cubicBezTo>
                  <a:pt x="632520" y="748903"/>
                  <a:pt x="620018" y="753963"/>
                  <a:pt x="607219" y="757386"/>
                </a:cubicBezTo>
                <a:lnTo>
                  <a:pt x="607219" y="773757"/>
                </a:lnTo>
                <a:cubicBezTo>
                  <a:pt x="607219" y="793552"/>
                  <a:pt x="591294" y="809476"/>
                  <a:pt x="571500" y="809476"/>
                </a:cubicBezTo>
                <a:cubicBezTo>
                  <a:pt x="551706" y="809476"/>
                  <a:pt x="535781" y="793552"/>
                  <a:pt x="535781" y="773757"/>
                </a:cubicBezTo>
                <a:lnTo>
                  <a:pt x="535781" y="757386"/>
                </a:lnTo>
                <a:cubicBezTo>
                  <a:pt x="522982" y="754112"/>
                  <a:pt x="510629" y="749052"/>
                  <a:pt x="498872" y="742057"/>
                </a:cubicBezTo>
                <a:lnTo>
                  <a:pt x="489645" y="751582"/>
                </a:lnTo>
                <a:cubicBezTo>
                  <a:pt x="475655" y="765572"/>
                  <a:pt x="453033" y="765572"/>
                  <a:pt x="439192" y="751582"/>
                </a:cubicBezTo>
                <a:cubicBezTo>
                  <a:pt x="425351" y="737592"/>
                  <a:pt x="425202" y="714970"/>
                  <a:pt x="439192" y="701129"/>
                </a:cubicBezTo>
                <a:lnTo>
                  <a:pt x="448568" y="691753"/>
                </a:lnTo>
                <a:cubicBezTo>
                  <a:pt x="441722" y="680145"/>
                  <a:pt x="436662" y="667643"/>
                  <a:pt x="433239" y="654844"/>
                </a:cubicBezTo>
                <a:lnTo>
                  <a:pt x="416868" y="654844"/>
                </a:lnTo>
                <a:cubicBezTo>
                  <a:pt x="397073" y="654844"/>
                  <a:pt x="381149" y="638919"/>
                  <a:pt x="381149" y="619125"/>
                </a:cubicBezTo>
                <a:cubicBezTo>
                  <a:pt x="381149" y="599331"/>
                  <a:pt x="397073" y="583406"/>
                  <a:pt x="416868" y="583406"/>
                </a:cubicBezTo>
                <a:lnTo>
                  <a:pt x="433239" y="583406"/>
                </a:lnTo>
                <a:cubicBezTo>
                  <a:pt x="436513" y="570607"/>
                  <a:pt x="441573" y="558254"/>
                  <a:pt x="448568" y="546497"/>
                </a:cubicBezTo>
                <a:lnTo>
                  <a:pt x="439043" y="537270"/>
                </a:lnTo>
                <a:cubicBezTo>
                  <a:pt x="425053" y="523280"/>
                  <a:pt x="425053" y="500658"/>
                  <a:pt x="439043" y="486817"/>
                </a:cubicBezTo>
                <a:cubicBezTo>
                  <a:pt x="453033" y="472976"/>
                  <a:pt x="475655" y="472827"/>
                  <a:pt x="489496" y="486817"/>
                </a:cubicBezTo>
                <a:lnTo>
                  <a:pt x="495598" y="492919"/>
                </a:lnTo>
                <a:cubicBezTo>
                  <a:pt x="510480" y="478036"/>
                  <a:pt x="525363" y="463153"/>
                  <a:pt x="540395" y="448121"/>
                </a:cubicBezTo>
                <a:lnTo>
                  <a:pt x="534293" y="442020"/>
                </a:lnTo>
                <a:cubicBezTo>
                  <a:pt x="520303" y="428030"/>
                  <a:pt x="520303" y="405408"/>
                  <a:pt x="534293" y="391567"/>
                </a:cubicBezTo>
                <a:cubicBezTo>
                  <a:pt x="548283" y="377726"/>
                  <a:pt x="570905" y="377577"/>
                  <a:pt x="584746" y="391567"/>
                </a:cubicBezTo>
                <a:lnTo>
                  <a:pt x="590848" y="397669"/>
                </a:lnTo>
                <a:lnTo>
                  <a:pt x="635645" y="352871"/>
                </a:lnTo>
                <a:lnTo>
                  <a:pt x="629543" y="346770"/>
                </a:lnTo>
                <a:cubicBezTo>
                  <a:pt x="615553" y="332780"/>
                  <a:pt x="615553" y="310158"/>
                  <a:pt x="629543" y="296317"/>
                </a:cubicBezTo>
                <a:cubicBezTo>
                  <a:pt x="643533" y="282476"/>
                  <a:pt x="666155" y="282327"/>
                  <a:pt x="679996" y="296317"/>
                </a:cubicBezTo>
                <a:lnTo>
                  <a:pt x="689372" y="305693"/>
                </a:lnTo>
                <a:cubicBezTo>
                  <a:pt x="700980" y="298847"/>
                  <a:pt x="713482" y="293787"/>
                  <a:pt x="726281" y="290364"/>
                </a:cubicBezTo>
                <a:lnTo>
                  <a:pt x="726281" y="273993"/>
                </a:lnTo>
                <a:cubicBezTo>
                  <a:pt x="726281" y="254198"/>
                  <a:pt x="742206" y="238274"/>
                  <a:pt x="762000" y="238274"/>
                </a:cubicBezTo>
                <a:cubicBezTo>
                  <a:pt x="781794" y="238274"/>
                  <a:pt x="797719" y="254198"/>
                  <a:pt x="797719" y="273993"/>
                </a:cubicBezTo>
                <a:close/>
                <a:moveTo>
                  <a:pt x="666750" y="571500"/>
                </a:moveTo>
                <a:cubicBezTo>
                  <a:pt x="666750" y="545215"/>
                  <a:pt x="645410" y="523875"/>
                  <a:pt x="619125" y="523875"/>
                </a:cubicBezTo>
                <a:cubicBezTo>
                  <a:pt x="592840" y="523875"/>
                  <a:pt x="571500" y="545215"/>
                  <a:pt x="571500" y="571500"/>
                </a:cubicBezTo>
                <a:cubicBezTo>
                  <a:pt x="571500" y="597785"/>
                  <a:pt x="592840" y="619125"/>
                  <a:pt x="619125" y="619125"/>
                </a:cubicBezTo>
                <a:cubicBezTo>
                  <a:pt x="645410" y="619125"/>
                  <a:pt x="666750" y="597785"/>
                  <a:pt x="666750" y="571500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11" name="Shape 9"/>
          <p:cNvSpPr/>
          <p:nvPr/>
        </p:nvSpPr>
        <p:spPr>
          <a:xfrm>
            <a:off x="8354646" y="1598246"/>
            <a:ext cx="7374792" cy="5901592"/>
          </a:xfrm>
          <a:custGeom>
            <a:avLst/>
            <a:gdLst/>
            <a:ahLst/>
            <a:cxnLst/>
            <a:rect l="l" t="t" r="r" b="b"/>
            <a:pathLst>
              <a:path w="7374792" h="5901592">
                <a:moveTo>
                  <a:pt x="304817" y="0"/>
                </a:moveTo>
                <a:lnTo>
                  <a:pt x="7069975" y="0"/>
                </a:lnTo>
                <a:cubicBezTo>
                  <a:pt x="7238321" y="0"/>
                  <a:pt x="7374792" y="136471"/>
                  <a:pt x="7374792" y="304817"/>
                </a:cubicBezTo>
                <a:lnTo>
                  <a:pt x="7374792" y="5596775"/>
                </a:lnTo>
                <a:cubicBezTo>
                  <a:pt x="7374792" y="5765121"/>
                  <a:pt x="7238321" y="5901592"/>
                  <a:pt x="7069975" y="5901592"/>
                </a:cubicBezTo>
                <a:lnTo>
                  <a:pt x="304817" y="5901592"/>
                </a:lnTo>
                <a:cubicBezTo>
                  <a:pt x="136471" y="5901592"/>
                  <a:pt x="0" y="5765121"/>
                  <a:pt x="0" y="5596775"/>
                </a:cubicBezTo>
                <a:lnTo>
                  <a:pt x="0" y="304817"/>
                </a:lnTo>
                <a:cubicBezTo>
                  <a:pt x="0" y="136584"/>
                  <a:pt x="136584" y="0"/>
                  <a:pt x="304817" y="0"/>
                </a:cubicBezTo>
                <a:close/>
              </a:path>
            </a:pathLst>
          </a:custGeom>
          <a:solidFill>
            <a:srgbClr val="89CFF0">
              <a:alpha val="20000"/>
            </a:srgbClr>
          </a:solidFill>
          <a:ln w="46892">
            <a:solidFill>
              <a:srgbClr val="89CF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26801" y="1955800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812800" y="0"/>
                </a:moveTo>
                <a:lnTo>
                  <a:pt x="812800" y="0"/>
                </a:lnTo>
                <a:cubicBezTo>
                  <a:pt x="1261397" y="0"/>
                  <a:pt x="1625600" y="364203"/>
                  <a:pt x="1625600" y="812800"/>
                </a:cubicBezTo>
                <a:lnTo>
                  <a:pt x="1625600" y="812800"/>
                </a:lnTo>
                <a:cubicBezTo>
                  <a:pt x="1625600" y="1261397"/>
                  <a:pt x="1261397" y="1625600"/>
                  <a:pt x="812800" y="1625600"/>
                </a:cubicBezTo>
                <a:lnTo>
                  <a:pt x="812800" y="1625600"/>
                </a:lnTo>
                <a:cubicBezTo>
                  <a:pt x="364203" y="1625600"/>
                  <a:pt x="0" y="1261397"/>
                  <a:pt x="0" y="812800"/>
                </a:cubicBezTo>
                <a:lnTo>
                  <a:pt x="0" y="812800"/>
                </a:lnTo>
                <a:cubicBezTo>
                  <a:pt x="0" y="364203"/>
                  <a:pt x="364203" y="0"/>
                  <a:pt x="81280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531601" y="2260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1016000"/>
                </a:moveTo>
                <a:cubicBezTo>
                  <a:pt x="788373" y="1016000"/>
                  <a:pt x="1016000" y="788373"/>
                  <a:pt x="1016000" y="508000"/>
                </a:cubicBezTo>
                <a:cubicBezTo>
                  <a:pt x="1016000" y="227627"/>
                  <a:pt x="788373" y="0"/>
                  <a:pt x="508000" y="0"/>
                </a:cubicBezTo>
                <a:cubicBezTo>
                  <a:pt x="227627" y="0"/>
                  <a:pt x="0" y="227627"/>
                  <a:pt x="0" y="508000"/>
                </a:cubicBezTo>
                <a:cubicBezTo>
                  <a:pt x="0" y="788373"/>
                  <a:pt x="227627" y="1016000"/>
                  <a:pt x="508000" y="1016000"/>
                </a:cubicBezTo>
                <a:close/>
                <a:moveTo>
                  <a:pt x="328216" y="638770"/>
                </a:moveTo>
                <a:cubicBezTo>
                  <a:pt x="368697" y="694333"/>
                  <a:pt x="434181" y="730250"/>
                  <a:pt x="508000" y="730250"/>
                </a:cubicBezTo>
                <a:cubicBezTo>
                  <a:pt x="581819" y="730250"/>
                  <a:pt x="647303" y="694333"/>
                  <a:pt x="687784" y="638770"/>
                </a:cubicBezTo>
                <a:cubicBezTo>
                  <a:pt x="703263" y="617538"/>
                  <a:pt x="733028" y="612775"/>
                  <a:pt x="754261" y="628253"/>
                </a:cubicBezTo>
                <a:cubicBezTo>
                  <a:pt x="775494" y="643731"/>
                  <a:pt x="780256" y="673497"/>
                  <a:pt x="764778" y="694730"/>
                </a:cubicBezTo>
                <a:cubicBezTo>
                  <a:pt x="707033" y="773906"/>
                  <a:pt x="613569" y="825500"/>
                  <a:pt x="508000" y="825500"/>
                </a:cubicBezTo>
                <a:cubicBezTo>
                  <a:pt x="402431" y="825500"/>
                  <a:pt x="308967" y="773906"/>
                  <a:pt x="251222" y="694730"/>
                </a:cubicBezTo>
                <a:cubicBezTo>
                  <a:pt x="235744" y="673497"/>
                  <a:pt x="240506" y="643731"/>
                  <a:pt x="261739" y="628253"/>
                </a:cubicBezTo>
                <a:cubicBezTo>
                  <a:pt x="282972" y="612775"/>
                  <a:pt x="312737" y="617538"/>
                  <a:pt x="328216" y="638770"/>
                </a:cubicBezTo>
                <a:close/>
                <a:moveTo>
                  <a:pt x="349250" y="357188"/>
                </a:moveTo>
                <a:cubicBezTo>
                  <a:pt x="318492" y="357188"/>
                  <a:pt x="293688" y="381992"/>
                  <a:pt x="293688" y="412750"/>
                </a:cubicBezTo>
                <a:lnTo>
                  <a:pt x="293688" y="428625"/>
                </a:lnTo>
                <a:cubicBezTo>
                  <a:pt x="293688" y="450453"/>
                  <a:pt x="275828" y="468313"/>
                  <a:pt x="254000" y="468313"/>
                </a:cubicBezTo>
                <a:cubicBezTo>
                  <a:pt x="232172" y="468313"/>
                  <a:pt x="214313" y="450453"/>
                  <a:pt x="214313" y="428625"/>
                </a:cubicBezTo>
                <a:lnTo>
                  <a:pt x="214313" y="412750"/>
                </a:lnTo>
                <a:cubicBezTo>
                  <a:pt x="214313" y="338138"/>
                  <a:pt x="274638" y="277813"/>
                  <a:pt x="349250" y="277813"/>
                </a:cubicBezTo>
                <a:cubicBezTo>
                  <a:pt x="423863" y="277813"/>
                  <a:pt x="484187" y="338138"/>
                  <a:pt x="484187" y="412750"/>
                </a:cubicBezTo>
                <a:lnTo>
                  <a:pt x="484187" y="428625"/>
                </a:lnTo>
                <a:cubicBezTo>
                  <a:pt x="484187" y="450453"/>
                  <a:pt x="466328" y="468313"/>
                  <a:pt x="444500" y="468313"/>
                </a:cubicBezTo>
                <a:cubicBezTo>
                  <a:pt x="422672" y="468313"/>
                  <a:pt x="404813" y="450453"/>
                  <a:pt x="404813" y="428625"/>
                </a:cubicBezTo>
                <a:lnTo>
                  <a:pt x="404813" y="412750"/>
                </a:lnTo>
                <a:cubicBezTo>
                  <a:pt x="404813" y="381992"/>
                  <a:pt x="380008" y="357188"/>
                  <a:pt x="349250" y="357188"/>
                </a:cubicBezTo>
                <a:close/>
                <a:moveTo>
                  <a:pt x="611188" y="412750"/>
                </a:moveTo>
                <a:lnTo>
                  <a:pt x="611188" y="428625"/>
                </a:lnTo>
                <a:cubicBezTo>
                  <a:pt x="611188" y="450453"/>
                  <a:pt x="593328" y="468313"/>
                  <a:pt x="571500" y="468313"/>
                </a:cubicBezTo>
                <a:cubicBezTo>
                  <a:pt x="549672" y="468313"/>
                  <a:pt x="531813" y="450453"/>
                  <a:pt x="531813" y="428625"/>
                </a:cubicBezTo>
                <a:lnTo>
                  <a:pt x="531813" y="412750"/>
                </a:lnTo>
                <a:cubicBezTo>
                  <a:pt x="531813" y="338138"/>
                  <a:pt x="592138" y="277813"/>
                  <a:pt x="666750" y="277813"/>
                </a:cubicBezTo>
                <a:cubicBezTo>
                  <a:pt x="741363" y="277813"/>
                  <a:pt x="801688" y="338138"/>
                  <a:pt x="801688" y="412750"/>
                </a:cubicBezTo>
                <a:lnTo>
                  <a:pt x="801688" y="428625"/>
                </a:lnTo>
                <a:cubicBezTo>
                  <a:pt x="801688" y="450453"/>
                  <a:pt x="783828" y="468313"/>
                  <a:pt x="762000" y="468313"/>
                </a:cubicBezTo>
                <a:cubicBezTo>
                  <a:pt x="740172" y="468313"/>
                  <a:pt x="722313" y="450453"/>
                  <a:pt x="722313" y="428625"/>
                </a:cubicBezTo>
                <a:lnTo>
                  <a:pt x="722313" y="412750"/>
                </a:lnTo>
                <a:cubicBezTo>
                  <a:pt x="722313" y="381992"/>
                  <a:pt x="697508" y="357188"/>
                  <a:pt x="666750" y="357188"/>
                </a:cubicBezTo>
                <a:cubicBezTo>
                  <a:pt x="635992" y="357188"/>
                  <a:pt x="611188" y="381992"/>
                  <a:pt x="611188" y="412750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14" name="Text 12"/>
          <p:cNvSpPr/>
          <p:nvPr/>
        </p:nvSpPr>
        <p:spPr>
          <a:xfrm>
            <a:off x="10896601" y="3886200"/>
            <a:ext cx="2476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洗手后吃东西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1" y="45466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细菌被洗掉啦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1" y="51054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肚子很舒服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1" y="56642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身体棒棒的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658601" y="6375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58676" y="129629"/>
                </a:moveTo>
                <a:lnTo>
                  <a:pt x="381000" y="160437"/>
                </a:lnTo>
                <a:lnTo>
                  <a:pt x="403324" y="129629"/>
                </a:lnTo>
                <a:cubicBezTo>
                  <a:pt x="440531" y="78135"/>
                  <a:pt x="500360" y="47625"/>
                  <a:pt x="563910" y="47625"/>
                </a:cubicBezTo>
                <a:cubicBezTo>
                  <a:pt x="673298" y="47625"/>
                  <a:pt x="762000" y="136327"/>
                  <a:pt x="762000" y="245715"/>
                </a:cubicBezTo>
                <a:lnTo>
                  <a:pt x="762000" y="249585"/>
                </a:lnTo>
                <a:cubicBezTo>
                  <a:pt x="762000" y="416570"/>
                  <a:pt x="553789" y="610493"/>
                  <a:pt x="445145" y="693390"/>
                </a:cubicBezTo>
                <a:cubicBezTo>
                  <a:pt x="426690" y="707380"/>
                  <a:pt x="404068" y="714375"/>
                  <a:pt x="381000" y="714375"/>
                </a:cubicBezTo>
                <a:cubicBezTo>
                  <a:pt x="357932" y="714375"/>
                  <a:pt x="335161" y="707529"/>
                  <a:pt x="316855" y="693390"/>
                </a:cubicBezTo>
                <a:cubicBezTo>
                  <a:pt x="208211" y="610493"/>
                  <a:pt x="0" y="416570"/>
                  <a:pt x="0" y="249585"/>
                </a:cubicBezTo>
                <a:lnTo>
                  <a:pt x="0" y="245715"/>
                </a:lnTo>
                <a:cubicBezTo>
                  <a:pt x="0" y="136327"/>
                  <a:pt x="88702" y="47625"/>
                  <a:pt x="198090" y="47625"/>
                </a:cubicBezTo>
                <a:cubicBezTo>
                  <a:pt x="261640" y="47625"/>
                  <a:pt x="321469" y="78135"/>
                  <a:pt x="358676" y="129629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19" name="Shape 17"/>
          <p:cNvSpPr/>
          <p:nvPr/>
        </p:nvSpPr>
        <p:spPr>
          <a:xfrm>
            <a:off x="508000" y="7721600"/>
            <a:ext cx="15240000" cy="914400"/>
          </a:xfrm>
          <a:custGeom>
            <a:avLst/>
            <a:gdLst/>
            <a:ahLst/>
            <a:cxnLst/>
            <a:rect l="l" t="t" r="r" b="b"/>
            <a:pathLst>
              <a:path w="15240000" h="914400">
                <a:moveTo>
                  <a:pt x="203198" y="0"/>
                </a:moveTo>
                <a:lnTo>
                  <a:pt x="15036802" y="0"/>
                </a:lnTo>
                <a:cubicBezTo>
                  <a:pt x="15149025" y="0"/>
                  <a:pt x="15240000" y="90975"/>
                  <a:pt x="15240000" y="203198"/>
                </a:cubicBezTo>
                <a:lnTo>
                  <a:pt x="15240000" y="711202"/>
                </a:lnTo>
                <a:cubicBezTo>
                  <a:pt x="15240000" y="823425"/>
                  <a:pt x="15149025" y="914400"/>
                  <a:pt x="15036802" y="914400"/>
                </a:cubicBezTo>
                <a:lnTo>
                  <a:pt x="203198" y="914400"/>
                </a:lnTo>
                <a:cubicBezTo>
                  <a:pt x="91050" y="914400"/>
                  <a:pt x="0" y="823350"/>
                  <a:pt x="0" y="7112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0" name="Shape 18"/>
          <p:cNvSpPr/>
          <p:nvPr/>
        </p:nvSpPr>
        <p:spPr>
          <a:xfrm>
            <a:off x="5220311" y="8026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1" name="Text 19"/>
          <p:cNvSpPr/>
          <p:nvPr/>
        </p:nvSpPr>
        <p:spPr>
          <a:xfrm>
            <a:off x="1168400" y="7924800"/>
            <a:ext cx="1445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洗手 = 洗掉细菌 = 不生病 = 健康快乐！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什么时候要洗手？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1270000"/>
            <a:ext cx="1539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记住这5个重要时刻哦！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209800"/>
            <a:ext cx="7493000" cy="1524000"/>
          </a:xfrm>
          <a:custGeom>
            <a:avLst/>
            <a:gdLst/>
            <a:ahLst/>
            <a:cxnLst/>
            <a:rect l="l" t="t" r="r" b="b"/>
            <a:pathLst>
              <a:path w="7493000" h="1524000">
                <a:moveTo>
                  <a:pt x="304800" y="0"/>
                </a:moveTo>
                <a:lnTo>
                  <a:pt x="7188200" y="0"/>
                </a:lnTo>
                <a:cubicBezTo>
                  <a:pt x="7356424" y="0"/>
                  <a:pt x="7493000" y="136576"/>
                  <a:pt x="7493000" y="304800"/>
                </a:cubicBezTo>
                <a:lnTo>
                  <a:pt x="7493000" y="1219200"/>
                </a:lnTo>
                <a:cubicBezTo>
                  <a:pt x="7493000" y="1387424"/>
                  <a:pt x="7356424" y="1524000"/>
                  <a:pt x="7188200" y="1524000"/>
                </a:cubicBezTo>
                <a:lnTo>
                  <a:pt x="304800" y="1524000"/>
                </a:lnTo>
                <a:cubicBezTo>
                  <a:pt x="136576" y="1524000"/>
                  <a:pt x="0" y="1387424"/>
                  <a:pt x="0" y="1219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2463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7178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401" y="14288"/>
                </a:moveTo>
                <a:cubicBezTo>
                  <a:pt x="62607" y="6152"/>
                  <a:pt x="55761" y="0"/>
                  <a:pt x="47625" y="0"/>
                </a:cubicBezTo>
                <a:cubicBezTo>
                  <a:pt x="39489" y="0"/>
                  <a:pt x="32643" y="6152"/>
                  <a:pt x="31750" y="14188"/>
                </a:cubicBezTo>
                <a:lnTo>
                  <a:pt x="17760" y="148530"/>
                </a:lnTo>
                <a:cubicBezTo>
                  <a:pt x="16470" y="154484"/>
                  <a:pt x="15875" y="160536"/>
                  <a:pt x="15875" y="166588"/>
                </a:cubicBezTo>
                <a:cubicBezTo>
                  <a:pt x="15875" y="212130"/>
                  <a:pt x="50701" y="249535"/>
                  <a:pt x="95250" y="253603"/>
                </a:cubicBezTo>
                <a:lnTo>
                  <a:pt x="95250" y="476250"/>
                </a:lnTo>
                <a:cubicBezTo>
                  <a:pt x="95250" y="493812"/>
                  <a:pt x="109438" y="508000"/>
                  <a:pt x="127000" y="508000"/>
                </a:cubicBezTo>
                <a:cubicBezTo>
                  <a:pt x="144562" y="508000"/>
                  <a:pt x="158750" y="493812"/>
                  <a:pt x="158750" y="476250"/>
                </a:cubicBezTo>
                <a:lnTo>
                  <a:pt x="158750" y="253603"/>
                </a:lnTo>
                <a:cubicBezTo>
                  <a:pt x="203299" y="249535"/>
                  <a:pt x="238125" y="212130"/>
                  <a:pt x="238125" y="166588"/>
                </a:cubicBezTo>
                <a:cubicBezTo>
                  <a:pt x="238125" y="160536"/>
                  <a:pt x="237530" y="154484"/>
                  <a:pt x="236240" y="148530"/>
                </a:cubicBezTo>
                <a:lnTo>
                  <a:pt x="222151" y="14188"/>
                </a:lnTo>
                <a:cubicBezTo>
                  <a:pt x="221357" y="6152"/>
                  <a:pt x="214511" y="0"/>
                  <a:pt x="206375" y="0"/>
                </a:cubicBezTo>
                <a:cubicBezTo>
                  <a:pt x="198239" y="0"/>
                  <a:pt x="191393" y="6152"/>
                  <a:pt x="190599" y="14288"/>
                </a:cubicBezTo>
                <a:lnTo>
                  <a:pt x="177105" y="148729"/>
                </a:lnTo>
                <a:cubicBezTo>
                  <a:pt x="176510" y="154384"/>
                  <a:pt x="171748" y="158750"/>
                  <a:pt x="166092" y="158750"/>
                </a:cubicBezTo>
                <a:cubicBezTo>
                  <a:pt x="160338" y="158750"/>
                  <a:pt x="155575" y="154384"/>
                  <a:pt x="154980" y="148630"/>
                </a:cubicBezTo>
                <a:lnTo>
                  <a:pt x="142776" y="14486"/>
                </a:lnTo>
                <a:cubicBezTo>
                  <a:pt x="142081" y="6251"/>
                  <a:pt x="135235" y="0"/>
                  <a:pt x="127000" y="0"/>
                </a:cubicBezTo>
                <a:cubicBezTo>
                  <a:pt x="118765" y="0"/>
                  <a:pt x="111919" y="6251"/>
                  <a:pt x="111224" y="14486"/>
                </a:cubicBezTo>
                <a:lnTo>
                  <a:pt x="99020" y="148630"/>
                </a:lnTo>
                <a:cubicBezTo>
                  <a:pt x="98524" y="154384"/>
                  <a:pt x="93662" y="158750"/>
                  <a:pt x="87908" y="158750"/>
                </a:cubicBezTo>
                <a:cubicBezTo>
                  <a:pt x="82153" y="158750"/>
                  <a:pt x="77391" y="154384"/>
                  <a:pt x="76895" y="148729"/>
                </a:cubicBezTo>
                <a:lnTo>
                  <a:pt x="63401" y="14288"/>
                </a:lnTo>
                <a:close/>
                <a:moveTo>
                  <a:pt x="444500" y="0"/>
                </a:moveTo>
                <a:cubicBezTo>
                  <a:pt x="428625" y="0"/>
                  <a:pt x="317500" y="31750"/>
                  <a:pt x="317500" y="174625"/>
                </a:cubicBezTo>
                <a:lnTo>
                  <a:pt x="317500" y="285750"/>
                </a:lnTo>
                <a:cubicBezTo>
                  <a:pt x="317500" y="320774"/>
                  <a:pt x="345976" y="349250"/>
                  <a:pt x="381000" y="349250"/>
                </a:cubicBezTo>
                <a:lnTo>
                  <a:pt x="412750" y="349250"/>
                </a:lnTo>
                <a:lnTo>
                  <a:pt x="412750" y="476250"/>
                </a:lnTo>
                <a:cubicBezTo>
                  <a:pt x="412750" y="493812"/>
                  <a:pt x="426938" y="508000"/>
                  <a:pt x="444500" y="508000"/>
                </a:cubicBezTo>
                <a:cubicBezTo>
                  <a:pt x="462062" y="508000"/>
                  <a:pt x="476250" y="493812"/>
                  <a:pt x="476250" y="476250"/>
                </a:cubicBezTo>
                <a:lnTo>
                  <a:pt x="476250" y="31750"/>
                </a:lnTo>
                <a:cubicBezTo>
                  <a:pt x="476250" y="14188"/>
                  <a:pt x="462062" y="0"/>
                  <a:pt x="444500" y="0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7" name="Text 5"/>
          <p:cNvSpPr/>
          <p:nvPr/>
        </p:nvSpPr>
        <p:spPr>
          <a:xfrm>
            <a:off x="2032000" y="2540000"/>
            <a:ext cx="4470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吃饭前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3048003"/>
            <a:ext cx="444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吃饭前要洗手，不然细菌会吃进肚子里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55000" y="2209800"/>
            <a:ext cx="7493000" cy="1524000"/>
          </a:xfrm>
          <a:custGeom>
            <a:avLst/>
            <a:gdLst/>
            <a:ahLst/>
            <a:cxnLst/>
            <a:rect l="l" t="t" r="r" b="b"/>
            <a:pathLst>
              <a:path w="7493000" h="1524000">
                <a:moveTo>
                  <a:pt x="304800" y="0"/>
                </a:moveTo>
                <a:lnTo>
                  <a:pt x="7188200" y="0"/>
                </a:lnTo>
                <a:cubicBezTo>
                  <a:pt x="7356424" y="0"/>
                  <a:pt x="7493000" y="136576"/>
                  <a:pt x="7493000" y="304800"/>
                </a:cubicBezTo>
                <a:lnTo>
                  <a:pt x="7493000" y="1219200"/>
                </a:lnTo>
                <a:cubicBezTo>
                  <a:pt x="7493000" y="1387424"/>
                  <a:pt x="7356424" y="1524000"/>
                  <a:pt x="7188200" y="1524000"/>
                </a:cubicBezTo>
                <a:lnTo>
                  <a:pt x="304800" y="1524000"/>
                </a:lnTo>
                <a:cubicBezTo>
                  <a:pt x="136576" y="1524000"/>
                  <a:pt x="0" y="1387424"/>
                  <a:pt x="0" y="1219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9000" y="2463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94750" y="2717803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3812" y="0"/>
                </a:moveTo>
                <a:cubicBezTo>
                  <a:pt x="10616" y="0"/>
                  <a:pt x="0" y="10616"/>
                  <a:pt x="0" y="23812"/>
                </a:cubicBezTo>
                <a:cubicBezTo>
                  <a:pt x="0" y="37009"/>
                  <a:pt x="10616" y="47625"/>
                  <a:pt x="23812" y="47625"/>
                </a:cubicBezTo>
                <a:lnTo>
                  <a:pt x="31750" y="47625"/>
                </a:lnTo>
                <a:lnTo>
                  <a:pt x="31750" y="195362"/>
                </a:lnTo>
                <a:cubicBezTo>
                  <a:pt x="29865" y="196751"/>
                  <a:pt x="27980" y="198239"/>
                  <a:pt x="26194" y="199727"/>
                </a:cubicBezTo>
                <a:cubicBezTo>
                  <a:pt x="10815" y="212824"/>
                  <a:pt x="0" y="231080"/>
                  <a:pt x="0" y="253901"/>
                </a:cubicBezTo>
                <a:cubicBezTo>
                  <a:pt x="0" y="300434"/>
                  <a:pt x="14188" y="337344"/>
                  <a:pt x="36711" y="365522"/>
                </a:cubicBezTo>
                <a:cubicBezTo>
                  <a:pt x="50800" y="383084"/>
                  <a:pt x="67568" y="396577"/>
                  <a:pt x="84832" y="406995"/>
                </a:cubicBezTo>
                <a:lnTo>
                  <a:pt x="65088" y="466229"/>
                </a:lnTo>
                <a:cubicBezTo>
                  <a:pt x="61813" y="475952"/>
                  <a:pt x="63500" y="486569"/>
                  <a:pt x="69453" y="494804"/>
                </a:cubicBezTo>
                <a:cubicBezTo>
                  <a:pt x="75406" y="503039"/>
                  <a:pt x="85030" y="508000"/>
                  <a:pt x="95250" y="508000"/>
                </a:cubicBezTo>
                <a:lnTo>
                  <a:pt x="349250" y="508000"/>
                </a:lnTo>
                <a:cubicBezTo>
                  <a:pt x="359470" y="508000"/>
                  <a:pt x="368995" y="503138"/>
                  <a:pt x="375047" y="494804"/>
                </a:cubicBezTo>
                <a:cubicBezTo>
                  <a:pt x="381099" y="486470"/>
                  <a:pt x="382687" y="475853"/>
                  <a:pt x="379413" y="466229"/>
                </a:cubicBezTo>
                <a:lnTo>
                  <a:pt x="359767" y="407194"/>
                </a:lnTo>
                <a:cubicBezTo>
                  <a:pt x="377031" y="396776"/>
                  <a:pt x="393799" y="383282"/>
                  <a:pt x="407888" y="365720"/>
                </a:cubicBezTo>
                <a:cubicBezTo>
                  <a:pt x="430411" y="337542"/>
                  <a:pt x="444599" y="300732"/>
                  <a:pt x="444599" y="254099"/>
                </a:cubicBezTo>
                <a:cubicBezTo>
                  <a:pt x="444599" y="231180"/>
                  <a:pt x="433784" y="212923"/>
                  <a:pt x="418405" y="199926"/>
                </a:cubicBezTo>
                <a:cubicBezTo>
                  <a:pt x="416620" y="198437"/>
                  <a:pt x="414734" y="196949"/>
                  <a:pt x="412849" y="195560"/>
                </a:cubicBezTo>
                <a:lnTo>
                  <a:pt x="412849" y="47823"/>
                </a:lnTo>
                <a:lnTo>
                  <a:pt x="420787" y="47823"/>
                </a:lnTo>
                <a:cubicBezTo>
                  <a:pt x="433983" y="47823"/>
                  <a:pt x="444599" y="37207"/>
                  <a:pt x="444599" y="24011"/>
                </a:cubicBezTo>
                <a:cubicBezTo>
                  <a:pt x="444599" y="10815"/>
                  <a:pt x="433884" y="0"/>
                  <a:pt x="420688" y="0"/>
                </a:cubicBezTo>
                <a:lnTo>
                  <a:pt x="23812" y="0"/>
                </a:lnTo>
                <a:close/>
                <a:moveTo>
                  <a:pt x="95250" y="79375"/>
                </a:moveTo>
                <a:cubicBezTo>
                  <a:pt x="95250" y="70644"/>
                  <a:pt x="102394" y="63500"/>
                  <a:pt x="111125" y="63500"/>
                </a:cubicBezTo>
                <a:lnTo>
                  <a:pt x="142875" y="63500"/>
                </a:lnTo>
                <a:cubicBezTo>
                  <a:pt x="151606" y="63500"/>
                  <a:pt x="158750" y="70644"/>
                  <a:pt x="158750" y="79375"/>
                </a:cubicBezTo>
                <a:cubicBezTo>
                  <a:pt x="158750" y="88106"/>
                  <a:pt x="151606" y="95250"/>
                  <a:pt x="142875" y="95250"/>
                </a:cubicBezTo>
                <a:lnTo>
                  <a:pt x="111125" y="95250"/>
                </a:lnTo>
                <a:cubicBezTo>
                  <a:pt x="102394" y="95250"/>
                  <a:pt x="95250" y="88106"/>
                  <a:pt x="95250" y="79375"/>
                </a:cubicBezTo>
                <a:close/>
                <a:moveTo>
                  <a:pt x="222250" y="285750"/>
                </a:moveTo>
                <a:cubicBezTo>
                  <a:pt x="134541" y="285750"/>
                  <a:pt x="63500" y="271562"/>
                  <a:pt x="63500" y="254000"/>
                </a:cubicBezTo>
                <a:cubicBezTo>
                  <a:pt x="63500" y="236438"/>
                  <a:pt x="134541" y="222250"/>
                  <a:pt x="222250" y="222250"/>
                </a:cubicBezTo>
                <a:cubicBezTo>
                  <a:pt x="309959" y="222250"/>
                  <a:pt x="381000" y="236438"/>
                  <a:pt x="381000" y="254000"/>
                </a:cubicBezTo>
                <a:cubicBezTo>
                  <a:pt x="381000" y="271562"/>
                  <a:pt x="309959" y="285750"/>
                  <a:pt x="222250" y="285750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12" name="Text 10"/>
          <p:cNvSpPr/>
          <p:nvPr/>
        </p:nvSpPr>
        <p:spPr>
          <a:xfrm>
            <a:off x="9779000" y="2540000"/>
            <a:ext cx="345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DAB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上厕所后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79000" y="3048003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上完厕所要洗手，把细菌洗掉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3987803"/>
            <a:ext cx="7493000" cy="1524000"/>
          </a:xfrm>
          <a:custGeom>
            <a:avLst/>
            <a:gdLst/>
            <a:ahLst/>
            <a:cxnLst/>
            <a:rect l="l" t="t" r="r" b="b"/>
            <a:pathLst>
              <a:path w="7493000" h="1524000">
                <a:moveTo>
                  <a:pt x="304800" y="0"/>
                </a:moveTo>
                <a:lnTo>
                  <a:pt x="7188200" y="0"/>
                </a:lnTo>
                <a:cubicBezTo>
                  <a:pt x="7356424" y="0"/>
                  <a:pt x="7493000" y="136576"/>
                  <a:pt x="7493000" y="304800"/>
                </a:cubicBezTo>
                <a:lnTo>
                  <a:pt x="7493000" y="1219200"/>
                </a:lnTo>
                <a:cubicBezTo>
                  <a:pt x="7493000" y="1387424"/>
                  <a:pt x="7356424" y="1524000"/>
                  <a:pt x="7188200" y="1524000"/>
                </a:cubicBezTo>
                <a:lnTo>
                  <a:pt x="304800" y="1524000"/>
                </a:lnTo>
                <a:cubicBezTo>
                  <a:pt x="136576" y="1524000"/>
                  <a:pt x="0" y="1387424"/>
                  <a:pt x="0" y="1219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4241803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16000" y="44958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548" y="-2480"/>
                </a:moveTo>
                <a:cubicBezTo>
                  <a:pt x="242193" y="-13791"/>
                  <a:pt x="266402" y="-13791"/>
                  <a:pt x="286048" y="-2480"/>
                </a:cubicBezTo>
                <a:lnTo>
                  <a:pt x="460573" y="98227"/>
                </a:lnTo>
                <a:cubicBezTo>
                  <a:pt x="480219" y="109538"/>
                  <a:pt x="492323" y="130572"/>
                  <a:pt x="492323" y="153194"/>
                </a:cubicBezTo>
                <a:lnTo>
                  <a:pt x="492323" y="354608"/>
                </a:lnTo>
                <a:cubicBezTo>
                  <a:pt x="492323" y="377329"/>
                  <a:pt x="480219" y="398264"/>
                  <a:pt x="460573" y="409575"/>
                </a:cubicBezTo>
                <a:lnTo>
                  <a:pt x="286048" y="510480"/>
                </a:lnTo>
                <a:cubicBezTo>
                  <a:pt x="266402" y="521791"/>
                  <a:pt x="242193" y="521791"/>
                  <a:pt x="222548" y="510480"/>
                </a:cubicBezTo>
                <a:lnTo>
                  <a:pt x="48121" y="409773"/>
                </a:lnTo>
                <a:cubicBezTo>
                  <a:pt x="28476" y="398463"/>
                  <a:pt x="16371" y="377428"/>
                  <a:pt x="16371" y="354806"/>
                </a:cubicBezTo>
                <a:lnTo>
                  <a:pt x="16371" y="153392"/>
                </a:lnTo>
                <a:cubicBezTo>
                  <a:pt x="16371" y="130671"/>
                  <a:pt x="28476" y="109736"/>
                  <a:pt x="48121" y="98425"/>
                </a:cubicBezTo>
                <a:lnTo>
                  <a:pt x="222548" y="-2480"/>
                </a:lnTo>
                <a:close/>
                <a:moveTo>
                  <a:pt x="428724" y="354707"/>
                </a:moveTo>
                <a:lnTo>
                  <a:pt x="428724" y="189905"/>
                </a:lnTo>
                <a:lnTo>
                  <a:pt x="286048" y="272256"/>
                </a:lnTo>
                <a:lnTo>
                  <a:pt x="286048" y="437059"/>
                </a:lnTo>
                <a:lnTo>
                  <a:pt x="428724" y="354707"/>
                </a:lnTo>
                <a:close/>
              </a:path>
            </a:pathLst>
          </a:custGeom>
          <a:solidFill>
            <a:srgbClr val="4A423F"/>
          </a:solidFill>
        </p:spPr>
      </p:sp>
      <p:sp>
        <p:nvSpPr>
          <p:cNvPr id="17" name="Text 15"/>
          <p:cNvSpPr/>
          <p:nvPr/>
        </p:nvSpPr>
        <p:spPr>
          <a:xfrm>
            <a:off x="2032000" y="4318003"/>
            <a:ext cx="3200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DE4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玩玩具后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32000" y="4826003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玩具上有细菌，玩完要洗手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3987803"/>
            <a:ext cx="7493000" cy="1524000"/>
          </a:xfrm>
          <a:custGeom>
            <a:avLst/>
            <a:gdLst/>
            <a:ahLst/>
            <a:cxnLst/>
            <a:rect l="l" t="t" r="r" b="b"/>
            <a:pathLst>
              <a:path w="7493000" h="1524000">
                <a:moveTo>
                  <a:pt x="304800" y="0"/>
                </a:moveTo>
                <a:lnTo>
                  <a:pt x="7188200" y="0"/>
                </a:lnTo>
                <a:cubicBezTo>
                  <a:pt x="7356424" y="0"/>
                  <a:pt x="7493000" y="136576"/>
                  <a:pt x="7493000" y="304800"/>
                </a:cubicBezTo>
                <a:lnTo>
                  <a:pt x="7493000" y="1219200"/>
                </a:lnTo>
                <a:cubicBezTo>
                  <a:pt x="7493000" y="1387424"/>
                  <a:pt x="7356424" y="1524000"/>
                  <a:pt x="7188200" y="1524000"/>
                </a:cubicBezTo>
                <a:lnTo>
                  <a:pt x="304800" y="1524000"/>
                </a:lnTo>
                <a:cubicBezTo>
                  <a:pt x="136576" y="1524000"/>
                  <a:pt x="0" y="1387424"/>
                  <a:pt x="0" y="1219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9000" y="4241803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63000" y="44958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30" y="8533"/>
                </a:moveTo>
                <a:cubicBezTo>
                  <a:pt x="263426" y="-2778"/>
                  <a:pt x="244574" y="-2778"/>
                  <a:pt x="232470" y="8533"/>
                </a:cubicBezTo>
                <a:lnTo>
                  <a:pt x="10220" y="214908"/>
                </a:lnTo>
                <a:cubicBezTo>
                  <a:pt x="695" y="223838"/>
                  <a:pt x="-2480" y="237629"/>
                  <a:pt x="2282" y="249734"/>
                </a:cubicBezTo>
                <a:cubicBezTo>
                  <a:pt x="7045" y="261838"/>
                  <a:pt x="18653" y="269875"/>
                  <a:pt x="31750" y="269875"/>
                </a:cubicBezTo>
                <a:lnTo>
                  <a:pt x="47625" y="269875"/>
                </a:lnTo>
                <a:lnTo>
                  <a:pt x="47625" y="444500"/>
                </a:lnTo>
                <a:cubicBezTo>
                  <a:pt x="47625" y="479524"/>
                  <a:pt x="76101" y="508000"/>
                  <a:pt x="111125" y="508000"/>
                </a:cubicBezTo>
                <a:lnTo>
                  <a:pt x="396875" y="508000"/>
                </a:lnTo>
                <a:cubicBezTo>
                  <a:pt x="431899" y="508000"/>
                  <a:pt x="460375" y="479524"/>
                  <a:pt x="460375" y="444500"/>
                </a:cubicBezTo>
                <a:lnTo>
                  <a:pt x="460375" y="269875"/>
                </a:lnTo>
                <a:lnTo>
                  <a:pt x="476250" y="269875"/>
                </a:lnTo>
                <a:cubicBezTo>
                  <a:pt x="489347" y="269875"/>
                  <a:pt x="501055" y="261838"/>
                  <a:pt x="505817" y="249734"/>
                </a:cubicBezTo>
                <a:cubicBezTo>
                  <a:pt x="510580" y="237629"/>
                  <a:pt x="507405" y="223738"/>
                  <a:pt x="497880" y="214908"/>
                </a:cubicBezTo>
                <a:lnTo>
                  <a:pt x="275630" y="8533"/>
                </a:lnTo>
                <a:close/>
                <a:moveTo>
                  <a:pt x="238125" y="317500"/>
                </a:moveTo>
                <a:lnTo>
                  <a:pt x="269875" y="317500"/>
                </a:lnTo>
                <a:cubicBezTo>
                  <a:pt x="296168" y="317500"/>
                  <a:pt x="317500" y="338832"/>
                  <a:pt x="317500" y="365125"/>
                </a:cubicBezTo>
                <a:lnTo>
                  <a:pt x="317500" y="460375"/>
                </a:lnTo>
                <a:lnTo>
                  <a:pt x="190500" y="460375"/>
                </a:lnTo>
                <a:lnTo>
                  <a:pt x="190500" y="365125"/>
                </a:lnTo>
                <a:cubicBezTo>
                  <a:pt x="190500" y="338832"/>
                  <a:pt x="211832" y="317500"/>
                  <a:pt x="238125" y="317500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22" name="Text 20"/>
          <p:cNvSpPr/>
          <p:nvPr/>
        </p:nvSpPr>
        <p:spPr>
          <a:xfrm>
            <a:off x="9779000" y="4318003"/>
            <a:ext cx="2438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外出回家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79000" y="4826003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外面玩了回家要洗手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5765803"/>
            <a:ext cx="15240000" cy="1524000"/>
          </a:xfrm>
          <a:custGeom>
            <a:avLst/>
            <a:gdLst/>
            <a:ahLst/>
            <a:cxnLst/>
            <a:rect l="l" t="t" r="r" b="b"/>
            <a:pathLst>
              <a:path w="15240000" h="1524000">
                <a:moveTo>
                  <a:pt x="304800" y="0"/>
                </a:moveTo>
                <a:lnTo>
                  <a:pt x="14935200" y="0"/>
                </a:lnTo>
                <a:cubicBezTo>
                  <a:pt x="15103424" y="0"/>
                  <a:pt x="15240000" y="136576"/>
                  <a:pt x="15240000" y="304800"/>
                </a:cubicBezTo>
                <a:lnTo>
                  <a:pt x="15240000" y="1219200"/>
                </a:lnTo>
                <a:cubicBezTo>
                  <a:pt x="15240000" y="1387424"/>
                  <a:pt x="15103424" y="1524000"/>
                  <a:pt x="14935200" y="1524000"/>
                </a:cubicBezTo>
                <a:lnTo>
                  <a:pt x="304800" y="1524000"/>
                </a:lnTo>
                <a:cubicBezTo>
                  <a:pt x="136576" y="1524000"/>
                  <a:pt x="0" y="1387424"/>
                  <a:pt x="0" y="1219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2000" y="6019803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6000" y="62738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158750"/>
                </a:moveTo>
                <a:lnTo>
                  <a:pt x="507901" y="230783"/>
                </a:lnTo>
                <a:cubicBezTo>
                  <a:pt x="507901" y="275233"/>
                  <a:pt x="490438" y="317202"/>
                  <a:pt x="460375" y="348258"/>
                </a:cubicBezTo>
                <a:cubicBezTo>
                  <a:pt x="460077" y="271859"/>
                  <a:pt x="420588" y="201017"/>
                  <a:pt x="355798" y="160437"/>
                </a:cubicBezTo>
                <a:lnTo>
                  <a:pt x="353913" y="159246"/>
                </a:lnTo>
                <a:cubicBezTo>
                  <a:pt x="356394" y="155575"/>
                  <a:pt x="356691" y="150713"/>
                  <a:pt x="354310" y="146645"/>
                </a:cubicBezTo>
                <a:lnTo>
                  <a:pt x="292795" y="40084"/>
                </a:lnTo>
                <a:cubicBezTo>
                  <a:pt x="286246" y="28674"/>
                  <a:pt x="290116" y="14089"/>
                  <a:pt x="301526" y="7541"/>
                </a:cubicBezTo>
                <a:cubicBezTo>
                  <a:pt x="312936" y="992"/>
                  <a:pt x="327422" y="4961"/>
                  <a:pt x="333970" y="16371"/>
                </a:cubicBezTo>
                <a:lnTo>
                  <a:pt x="401439" y="133251"/>
                </a:lnTo>
                <a:lnTo>
                  <a:pt x="401439" y="133251"/>
                </a:lnTo>
                <a:lnTo>
                  <a:pt x="401439" y="133251"/>
                </a:lnTo>
                <a:lnTo>
                  <a:pt x="444401" y="207665"/>
                </a:lnTo>
                <a:lnTo>
                  <a:pt x="444500" y="158750"/>
                </a:lnTo>
                <a:cubicBezTo>
                  <a:pt x="444500" y="141188"/>
                  <a:pt x="458788" y="127000"/>
                  <a:pt x="476250" y="127000"/>
                </a:cubicBezTo>
                <a:cubicBezTo>
                  <a:pt x="493713" y="127000"/>
                  <a:pt x="508000" y="141288"/>
                  <a:pt x="508000" y="158750"/>
                </a:cubicBezTo>
                <a:close/>
                <a:moveTo>
                  <a:pt x="296069" y="123230"/>
                </a:moveTo>
                <a:cubicBezTo>
                  <a:pt x="282079" y="114498"/>
                  <a:pt x="266502" y="110629"/>
                  <a:pt x="251222" y="111224"/>
                </a:cubicBezTo>
                <a:lnTo>
                  <a:pt x="215007" y="48419"/>
                </a:lnTo>
                <a:cubicBezTo>
                  <a:pt x="208459" y="37009"/>
                  <a:pt x="212328" y="22423"/>
                  <a:pt x="223738" y="15875"/>
                </a:cubicBezTo>
                <a:cubicBezTo>
                  <a:pt x="235148" y="9327"/>
                  <a:pt x="249734" y="13196"/>
                  <a:pt x="256282" y="24606"/>
                </a:cubicBezTo>
                <a:lnTo>
                  <a:pt x="322858" y="139898"/>
                </a:lnTo>
                <a:lnTo>
                  <a:pt x="296069" y="123130"/>
                </a:lnTo>
                <a:close/>
                <a:moveTo>
                  <a:pt x="210245" y="87809"/>
                </a:moveTo>
                <a:lnTo>
                  <a:pt x="226516" y="115987"/>
                </a:lnTo>
                <a:cubicBezTo>
                  <a:pt x="211534" y="121444"/>
                  <a:pt x="198140" y="131465"/>
                  <a:pt x="188516" y="145455"/>
                </a:cubicBezTo>
                <a:lnTo>
                  <a:pt x="168970" y="111522"/>
                </a:lnTo>
                <a:cubicBezTo>
                  <a:pt x="162421" y="100112"/>
                  <a:pt x="166291" y="85527"/>
                  <a:pt x="177701" y="78978"/>
                </a:cubicBezTo>
                <a:cubicBezTo>
                  <a:pt x="189111" y="72430"/>
                  <a:pt x="203696" y="76299"/>
                  <a:pt x="210245" y="87709"/>
                </a:cubicBezTo>
                <a:close/>
                <a:moveTo>
                  <a:pt x="164207" y="151011"/>
                </a:moveTo>
                <a:lnTo>
                  <a:pt x="176609" y="172541"/>
                </a:lnTo>
                <a:cubicBezTo>
                  <a:pt x="174625" y="181074"/>
                  <a:pt x="174129" y="189905"/>
                  <a:pt x="174923" y="198437"/>
                </a:cubicBezTo>
                <a:lnTo>
                  <a:pt x="170656" y="198437"/>
                </a:lnTo>
                <a:lnTo>
                  <a:pt x="170656" y="198437"/>
                </a:lnTo>
                <a:lnTo>
                  <a:pt x="136525" y="198437"/>
                </a:lnTo>
                <a:lnTo>
                  <a:pt x="122932" y="174823"/>
                </a:lnTo>
                <a:cubicBezTo>
                  <a:pt x="116384" y="163413"/>
                  <a:pt x="120253" y="148828"/>
                  <a:pt x="131663" y="142280"/>
                </a:cubicBezTo>
                <a:cubicBezTo>
                  <a:pt x="143073" y="135731"/>
                  <a:pt x="157659" y="139601"/>
                  <a:pt x="164207" y="151011"/>
                </a:cubicBezTo>
                <a:close/>
                <a:moveTo>
                  <a:pt x="227112" y="173633"/>
                </a:moveTo>
                <a:cubicBezTo>
                  <a:pt x="236438" y="158750"/>
                  <a:pt x="255984" y="154285"/>
                  <a:pt x="270867" y="163513"/>
                </a:cubicBezTo>
                <a:lnTo>
                  <a:pt x="330597" y="200819"/>
                </a:lnTo>
                <a:cubicBezTo>
                  <a:pt x="381695" y="232866"/>
                  <a:pt x="412750" y="288925"/>
                  <a:pt x="412750" y="349250"/>
                </a:cubicBezTo>
                <a:lnTo>
                  <a:pt x="412750" y="357188"/>
                </a:lnTo>
                <a:cubicBezTo>
                  <a:pt x="412750" y="440432"/>
                  <a:pt x="345182" y="508000"/>
                  <a:pt x="261937" y="508000"/>
                </a:cubicBezTo>
                <a:lnTo>
                  <a:pt x="87313" y="508000"/>
                </a:lnTo>
                <a:cubicBezTo>
                  <a:pt x="74116" y="508000"/>
                  <a:pt x="63500" y="497384"/>
                  <a:pt x="63500" y="484187"/>
                </a:cubicBezTo>
                <a:cubicBezTo>
                  <a:pt x="63500" y="470991"/>
                  <a:pt x="74116" y="460375"/>
                  <a:pt x="87313" y="460375"/>
                </a:cubicBezTo>
                <a:lnTo>
                  <a:pt x="178594" y="460375"/>
                </a:lnTo>
                <a:cubicBezTo>
                  <a:pt x="185142" y="460375"/>
                  <a:pt x="190500" y="455017"/>
                  <a:pt x="190500" y="448469"/>
                </a:cubicBezTo>
                <a:cubicBezTo>
                  <a:pt x="190500" y="441920"/>
                  <a:pt x="185142" y="436563"/>
                  <a:pt x="178594" y="436563"/>
                </a:cubicBezTo>
                <a:lnTo>
                  <a:pt x="55563" y="436563"/>
                </a:lnTo>
                <a:cubicBezTo>
                  <a:pt x="42366" y="436563"/>
                  <a:pt x="31750" y="425946"/>
                  <a:pt x="31750" y="412750"/>
                </a:cubicBezTo>
                <a:cubicBezTo>
                  <a:pt x="31750" y="399554"/>
                  <a:pt x="42366" y="388938"/>
                  <a:pt x="55563" y="388938"/>
                </a:cubicBezTo>
                <a:lnTo>
                  <a:pt x="178594" y="388938"/>
                </a:lnTo>
                <a:cubicBezTo>
                  <a:pt x="185142" y="388938"/>
                  <a:pt x="190500" y="383580"/>
                  <a:pt x="190500" y="377031"/>
                </a:cubicBezTo>
                <a:cubicBezTo>
                  <a:pt x="190500" y="370483"/>
                  <a:pt x="185142" y="365125"/>
                  <a:pt x="178594" y="365125"/>
                </a:cubicBezTo>
                <a:lnTo>
                  <a:pt x="23812" y="365125"/>
                </a:lnTo>
                <a:cubicBezTo>
                  <a:pt x="10616" y="365125"/>
                  <a:pt x="0" y="354509"/>
                  <a:pt x="0" y="341313"/>
                </a:cubicBezTo>
                <a:cubicBezTo>
                  <a:pt x="0" y="328116"/>
                  <a:pt x="10616" y="317500"/>
                  <a:pt x="23812" y="317500"/>
                </a:cubicBezTo>
                <a:lnTo>
                  <a:pt x="178594" y="317500"/>
                </a:lnTo>
                <a:cubicBezTo>
                  <a:pt x="185142" y="317500"/>
                  <a:pt x="190500" y="312142"/>
                  <a:pt x="190500" y="305594"/>
                </a:cubicBezTo>
                <a:cubicBezTo>
                  <a:pt x="190500" y="299045"/>
                  <a:pt x="185142" y="293688"/>
                  <a:pt x="178594" y="293688"/>
                </a:cubicBezTo>
                <a:lnTo>
                  <a:pt x="55563" y="293688"/>
                </a:lnTo>
                <a:cubicBezTo>
                  <a:pt x="42366" y="293688"/>
                  <a:pt x="31750" y="283071"/>
                  <a:pt x="31750" y="269875"/>
                </a:cubicBezTo>
                <a:cubicBezTo>
                  <a:pt x="31750" y="256679"/>
                  <a:pt x="42366" y="246063"/>
                  <a:pt x="55563" y="246063"/>
                </a:cubicBezTo>
                <a:lnTo>
                  <a:pt x="190500" y="246063"/>
                </a:lnTo>
                <a:lnTo>
                  <a:pt x="190500" y="246063"/>
                </a:lnTo>
                <a:lnTo>
                  <a:pt x="190500" y="246063"/>
                </a:lnTo>
                <a:lnTo>
                  <a:pt x="282972" y="246063"/>
                </a:lnTo>
                <a:lnTo>
                  <a:pt x="237133" y="217388"/>
                </a:lnTo>
                <a:cubicBezTo>
                  <a:pt x="222250" y="208062"/>
                  <a:pt x="217785" y="188516"/>
                  <a:pt x="227013" y="173633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27" name="Text 25"/>
          <p:cNvSpPr/>
          <p:nvPr/>
        </p:nvSpPr>
        <p:spPr>
          <a:xfrm>
            <a:off x="2032000" y="6096003"/>
            <a:ext cx="4470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DAB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手脏的时候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032000" y="6604003"/>
            <a:ext cx="444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手看起来脏了、摸脏东西后，都要洗手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" y="7823203"/>
            <a:ext cx="15240000" cy="812800"/>
          </a:xfrm>
          <a:custGeom>
            <a:avLst/>
            <a:gdLst/>
            <a:ahLst/>
            <a:cxnLst/>
            <a:rect l="l" t="t" r="r" b="b"/>
            <a:pathLst>
              <a:path w="15240000" h="812800">
                <a:moveTo>
                  <a:pt x="203200" y="0"/>
                </a:moveTo>
                <a:lnTo>
                  <a:pt x="15036800" y="0"/>
                </a:lnTo>
                <a:cubicBezTo>
                  <a:pt x="15148949" y="0"/>
                  <a:pt x="15240000" y="91051"/>
                  <a:pt x="15240000" y="203200"/>
                </a:cubicBezTo>
                <a:lnTo>
                  <a:pt x="15240000" y="609600"/>
                </a:lnTo>
                <a:cubicBezTo>
                  <a:pt x="15240000" y="721749"/>
                  <a:pt x="15148949" y="812800"/>
                  <a:pt x="15036800" y="812800"/>
                </a:cubicBezTo>
                <a:lnTo>
                  <a:pt x="203200" y="812800"/>
                </a:lnTo>
                <a:cubicBezTo>
                  <a:pt x="91051" y="812800"/>
                  <a:pt x="0" y="721749"/>
                  <a:pt x="0" y="6096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30" name="Shape 28"/>
          <p:cNvSpPr/>
          <p:nvPr/>
        </p:nvSpPr>
        <p:spPr>
          <a:xfrm>
            <a:off x="4959717" y="807329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31" name="Text 29"/>
          <p:cNvSpPr/>
          <p:nvPr/>
        </p:nvSpPr>
        <p:spPr>
          <a:xfrm>
            <a:off x="1168400" y="8026403"/>
            <a:ext cx="14452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记住：饭前便后要洗手，手脏立刻去洗手！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690" y="425271"/>
            <a:ext cx="15660620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认识七步洗手法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481" y="1063179"/>
            <a:ext cx="15533039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跟着老师一起学习吧！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5271" y="2462382"/>
            <a:ext cx="3136377" cy="1658559"/>
          </a:xfrm>
          <a:custGeom>
            <a:avLst/>
            <a:gdLst/>
            <a:ahLst/>
            <a:cxnLst/>
            <a:rect l="l" t="t" r="r" b="b"/>
            <a:pathLst>
              <a:path w="3136377" h="1658559">
                <a:moveTo>
                  <a:pt x="170102" y="0"/>
                </a:moveTo>
                <a:lnTo>
                  <a:pt x="2966275" y="0"/>
                </a:lnTo>
                <a:cubicBezTo>
                  <a:pt x="3060157" y="0"/>
                  <a:pt x="3136377" y="76220"/>
                  <a:pt x="3136377" y="170102"/>
                </a:cubicBezTo>
                <a:lnTo>
                  <a:pt x="3136377" y="1488457"/>
                </a:lnTo>
                <a:cubicBezTo>
                  <a:pt x="3136377" y="1582338"/>
                  <a:pt x="3060157" y="1658559"/>
                  <a:pt x="2966275" y="1658559"/>
                </a:cubicBezTo>
                <a:lnTo>
                  <a:pt x="170102" y="1658559"/>
                </a:lnTo>
                <a:cubicBezTo>
                  <a:pt x="76220" y="1658559"/>
                  <a:pt x="0" y="1582338"/>
                  <a:pt x="0" y="1488457"/>
                </a:cubicBezTo>
                <a:lnTo>
                  <a:pt x="0" y="170102"/>
                </a:lnTo>
                <a:cubicBezTo>
                  <a:pt x="0" y="76220"/>
                  <a:pt x="76220" y="0"/>
                  <a:pt x="170102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59477" dist="106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0326" y="2675018"/>
            <a:ext cx="2966268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4116" y="3270398"/>
            <a:ext cx="2838687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0064" y="3610615"/>
            <a:ext cx="2806791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5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搓掌心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28894" y="2462382"/>
            <a:ext cx="3136377" cy="1658559"/>
          </a:xfrm>
          <a:custGeom>
            <a:avLst/>
            <a:gdLst/>
            <a:ahLst/>
            <a:cxnLst/>
            <a:rect l="l" t="t" r="r" b="b"/>
            <a:pathLst>
              <a:path w="3136377" h="1658559">
                <a:moveTo>
                  <a:pt x="170102" y="0"/>
                </a:moveTo>
                <a:lnTo>
                  <a:pt x="2966275" y="0"/>
                </a:lnTo>
                <a:cubicBezTo>
                  <a:pt x="3060157" y="0"/>
                  <a:pt x="3136377" y="76220"/>
                  <a:pt x="3136377" y="170102"/>
                </a:cubicBezTo>
                <a:lnTo>
                  <a:pt x="3136377" y="1488457"/>
                </a:lnTo>
                <a:cubicBezTo>
                  <a:pt x="3136377" y="1582338"/>
                  <a:pt x="3060157" y="1658559"/>
                  <a:pt x="2966275" y="1658559"/>
                </a:cubicBezTo>
                <a:lnTo>
                  <a:pt x="170102" y="1658559"/>
                </a:lnTo>
                <a:cubicBezTo>
                  <a:pt x="76220" y="1658559"/>
                  <a:pt x="0" y="1582338"/>
                  <a:pt x="0" y="1488457"/>
                </a:cubicBezTo>
                <a:lnTo>
                  <a:pt x="0" y="170102"/>
                </a:lnTo>
                <a:cubicBezTo>
                  <a:pt x="0" y="76220"/>
                  <a:pt x="76220" y="0"/>
                  <a:pt x="170102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59477" dist="106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13949" y="2675018"/>
            <a:ext cx="2966268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77739" y="3270398"/>
            <a:ext cx="2838687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93687" y="3610615"/>
            <a:ext cx="2806791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5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搓手背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271" y="4291049"/>
            <a:ext cx="3136377" cy="1658559"/>
          </a:xfrm>
          <a:custGeom>
            <a:avLst/>
            <a:gdLst/>
            <a:ahLst/>
            <a:cxnLst/>
            <a:rect l="l" t="t" r="r" b="b"/>
            <a:pathLst>
              <a:path w="3136377" h="1658559">
                <a:moveTo>
                  <a:pt x="170102" y="0"/>
                </a:moveTo>
                <a:lnTo>
                  <a:pt x="2966275" y="0"/>
                </a:lnTo>
                <a:cubicBezTo>
                  <a:pt x="3060157" y="0"/>
                  <a:pt x="3136377" y="76220"/>
                  <a:pt x="3136377" y="170102"/>
                </a:cubicBezTo>
                <a:lnTo>
                  <a:pt x="3136377" y="1488457"/>
                </a:lnTo>
                <a:cubicBezTo>
                  <a:pt x="3136377" y="1582338"/>
                  <a:pt x="3060157" y="1658559"/>
                  <a:pt x="2966275" y="1658559"/>
                </a:cubicBezTo>
                <a:lnTo>
                  <a:pt x="170102" y="1658559"/>
                </a:lnTo>
                <a:cubicBezTo>
                  <a:pt x="76220" y="1658559"/>
                  <a:pt x="0" y="1582338"/>
                  <a:pt x="0" y="1488457"/>
                </a:cubicBezTo>
                <a:lnTo>
                  <a:pt x="0" y="170102"/>
                </a:lnTo>
                <a:cubicBezTo>
                  <a:pt x="0" y="76220"/>
                  <a:pt x="76220" y="0"/>
                  <a:pt x="170102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59477" dist="106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0326" y="4503685"/>
            <a:ext cx="2966268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4116" y="5099065"/>
            <a:ext cx="2838687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0064" y="5439282"/>
            <a:ext cx="2806791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搓指缝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28894" y="4291049"/>
            <a:ext cx="3136377" cy="1658559"/>
          </a:xfrm>
          <a:custGeom>
            <a:avLst/>
            <a:gdLst/>
            <a:ahLst/>
            <a:cxnLst/>
            <a:rect l="l" t="t" r="r" b="b"/>
            <a:pathLst>
              <a:path w="3136377" h="1658559">
                <a:moveTo>
                  <a:pt x="170102" y="0"/>
                </a:moveTo>
                <a:lnTo>
                  <a:pt x="2966275" y="0"/>
                </a:lnTo>
                <a:cubicBezTo>
                  <a:pt x="3060157" y="0"/>
                  <a:pt x="3136377" y="76220"/>
                  <a:pt x="3136377" y="170102"/>
                </a:cubicBezTo>
                <a:lnTo>
                  <a:pt x="3136377" y="1488457"/>
                </a:lnTo>
                <a:cubicBezTo>
                  <a:pt x="3136377" y="1582338"/>
                  <a:pt x="3060157" y="1658559"/>
                  <a:pt x="2966275" y="1658559"/>
                </a:cubicBezTo>
                <a:lnTo>
                  <a:pt x="170102" y="1658559"/>
                </a:lnTo>
                <a:cubicBezTo>
                  <a:pt x="76220" y="1658559"/>
                  <a:pt x="0" y="1582338"/>
                  <a:pt x="0" y="1488457"/>
                </a:cubicBezTo>
                <a:lnTo>
                  <a:pt x="0" y="170102"/>
                </a:lnTo>
                <a:cubicBezTo>
                  <a:pt x="0" y="76220"/>
                  <a:pt x="76220" y="0"/>
                  <a:pt x="170102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59477" dist="106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13949" y="4503685"/>
            <a:ext cx="2966268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77739" y="5099065"/>
            <a:ext cx="2838687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93687" y="5439282"/>
            <a:ext cx="2806791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5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搓指背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271" y="6119716"/>
            <a:ext cx="3136377" cy="1658559"/>
          </a:xfrm>
          <a:custGeom>
            <a:avLst/>
            <a:gdLst/>
            <a:ahLst/>
            <a:cxnLst/>
            <a:rect l="l" t="t" r="r" b="b"/>
            <a:pathLst>
              <a:path w="3136377" h="1658559">
                <a:moveTo>
                  <a:pt x="170102" y="0"/>
                </a:moveTo>
                <a:lnTo>
                  <a:pt x="2966275" y="0"/>
                </a:lnTo>
                <a:cubicBezTo>
                  <a:pt x="3060157" y="0"/>
                  <a:pt x="3136377" y="76220"/>
                  <a:pt x="3136377" y="170102"/>
                </a:cubicBezTo>
                <a:lnTo>
                  <a:pt x="3136377" y="1488457"/>
                </a:lnTo>
                <a:cubicBezTo>
                  <a:pt x="3136377" y="1582338"/>
                  <a:pt x="3060157" y="1658559"/>
                  <a:pt x="2966275" y="1658559"/>
                </a:cubicBezTo>
                <a:lnTo>
                  <a:pt x="170102" y="1658559"/>
                </a:lnTo>
                <a:cubicBezTo>
                  <a:pt x="76220" y="1658559"/>
                  <a:pt x="0" y="1582338"/>
                  <a:pt x="0" y="1488457"/>
                </a:cubicBezTo>
                <a:lnTo>
                  <a:pt x="0" y="170102"/>
                </a:lnTo>
                <a:cubicBezTo>
                  <a:pt x="0" y="76220"/>
                  <a:pt x="76220" y="0"/>
                  <a:pt x="170102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59477" dist="106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0326" y="6332352"/>
            <a:ext cx="2966268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4116" y="6927732"/>
            <a:ext cx="2838687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0064" y="7267949"/>
            <a:ext cx="2806791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5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搓拇指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28894" y="6119716"/>
            <a:ext cx="3136377" cy="1658559"/>
          </a:xfrm>
          <a:custGeom>
            <a:avLst/>
            <a:gdLst/>
            <a:ahLst/>
            <a:cxnLst/>
            <a:rect l="l" t="t" r="r" b="b"/>
            <a:pathLst>
              <a:path w="3136377" h="1658559">
                <a:moveTo>
                  <a:pt x="170102" y="0"/>
                </a:moveTo>
                <a:lnTo>
                  <a:pt x="2966275" y="0"/>
                </a:lnTo>
                <a:cubicBezTo>
                  <a:pt x="3060157" y="0"/>
                  <a:pt x="3136377" y="76220"/>
                  <a:pt x="3136377" y="170102"/>
                </a:cubicBezTo>
                <a:lnTo>
                  <a:pt x="3136377" y="1488457"/>
                </a:lnTo>
                <a:cubicBezTo>
                  <a:pt x="3136377" y="1582338"/>
                  <a:pt x="3060157" y="1658559"/>
                  <a:pt x="2966275" y="1658559"/>
                </a:cubicBezTo>
                <a:lnTo>
                  <a:pt x="170102" y="1658559"/>
                </a:lnTo>
                <a:cubicBezTo>
                  <a:pt x="76220" y="1658559"/>
                  <a:pt x="0" y="1582338"/>
                  <a:pt x="0" y="1488457"/>
                </a:cubicBezTo>
                <a:lnTo>
                  <a:pt x="0" y="170102"/>
                </a:lnTo>
                <a:cubicBezTo>
                  <a:pt x="0" y="76220"/>
                  <a:pt x="76220" y="0"/>
                  <a:pt x="170102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59477" dist="106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13949" y="6332352"/>
            <a:ext cx="2966268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77739" y="6927732"/>
            <a:ext cx="2838687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93687" y="7267949"/>
            <a:ext cx="2806791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搓指尖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271" y="7948384"/>
            <a:ext cx="6432230" cy="1658559"/>
          </a:xfrm>
          <a:custGeom>
            <a:avLst/>
            <a:gdLst/>
            <a:ahLst/>
            <a:cxnLst/>
            <a:rect l="l" t="t" r="r" b="b"/>
            <a:pathLst>
              <a:path w="6432230" h="1658559">
                <a:moveTo>
                  <a:pt x="170102" y="0"/>
                </a:moveTo>
                <a:lnTo>
                  <a:pt x="6262128" y="0"/>
                </a:lnTo>
                <a:cubicBezTo>
                  <a:pt x="6356073" y="0"/>
                  <a:pt x="6432230" y="76157"/>
                  <a:pt x="6432230" y="170102"/>
                </a:cubicBezTo>
                <a:lnTo>
                  <a:pt x="6432230" y="1488457"/>
                </a:lnTo>
                <a:cubicBezTo>
                  <a:pt x="6432230" y="1582401"/>
                  <a:pt x="6356073" y="1658559"/>
                  <a:pt x="6262128" y="1658559"/>
                </a:cubicBezTo>
                <a:lnTo>
                  <a:pt x="170102" y="1658559"/>
                </a:lnTo>
                <a:cubicBezTo>
                  <a:pt x="76220" y="1658559"/>
                  <a:pt x="0" y="1582338"/>
                  <a:pt x="0" y="1488457"/>
                </a:cubicBezTo>
                <a:lnTo>
                  <a:pt x="0" y="170102"/>
                </a:lnTo>
                <a:cubicBezTo>
                  <a:pt x="0" y="76220"/>
                  <a:pt x="76220" y="0"/>
                  <a:pt x="170102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59477" dist="106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0326" y="8161019"/>
            <a:ext cx="6262122" cy="510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4116" y="8756399"/>
            <a:ext cx="6134540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0064" y="9096616"/>
            <a:ext cx="6102645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5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搓手腕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22356" y="1593132"/>
            <a:ext cx="8587211" cy="8884901"/>
          </a:xfrm>
          <a:custGeom>
            <a:avLst/>
            <a:gdLst/>
            <a:ahLst/>
            <a:cxnLst/>
            <a:rect l="l" t="t" r="r" b="b"/>
            <a:pathLst>
              <a:path w="8587211" h="8884901">
                <a:moveTo>
                  <a:pt x="255126" y="0"/>
                </a:moveTo>
                <a:lnTo>
                  <a:pt x="8332085" y="0"/>
                </a:lnTo>
                <a:cubicBezTo>
                  <a:pt x="8472988" y="0"/>
                  <a:pt x="8587211" y="114224"/>
                  <a:pt x="8587211" y="255126"/>
                </a:cubicBezTo>
                <a:lnTo>
                  <a:pt x="8587211" y="8629775"/>
                </a:lnTo>
                <a:cubicBezTo>
                  <a:pt x="8587211" y="8770678"/>
                  <a:pt x="8472988" y="8884901"/>
                  <a:pt x="8332085" y="8884901"/>
                </a:cubicBezTo>
                <a:lnTo>
                  <a:pt x="255126" y="8884901"/>
                </a:lnTo>
                <a:cubicBezTo>
                  <a:pt x="114224" y="8884901"/>
                  <a:pt x="0" y="8770678"/>
                  <a:pt x="0" y="8629775"/>
                </a:cubicBezTo>
                <a:lnTo>
                  <a:pt x="0" y="255126"/>
                </a:lnTo>
                <a:cubicBezTo>
                  <a:pt x="0" y="114318"/>
                  <a:pt x="114318" y="0"/>
                  <a:pt x="255126" y="0"/>
                </a:cubicBezTo>
                <a:close/>
              </a:path>
            </a:pathLst>
          </a:custGeom>
          <a:solidFill>
            <a:srgbClr val="89CFF0">
              <a:alpha val="10196"/>
            </a:srgbClr>
          </a:solidFill>
          <a:ln w="46892">
            <a:solidFill>
              <a:srgbClr val="89CFF0"/>
            </a:solidFill>
            <a:prstDash val="solid"/>
          </a:ln>
        </p:spPr>
      </p:sp>
      <p:pic>
        <p:nvPicPr>
          <p:cNvPr id="33" name="Image 0" descr="https://kimi-web-img.moonshot.cn/img/pic.ibaotu.com/b82867be6c376aa616387478cf27d8b4d5c96134.jpg!ww700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814978" y="3568088"/>
            <a:ext cx="3402171" cy="3402171"/>
          </a:xfrm>
          <a:prstGeom prst="roundRect">
            <a:avLst>
              <a:gd name="adj" fmla="val 0"/>
            </a:avLst>
          </a:prstGeom>
        </p:spPr>
      </p:pic>
      <p:sp>
        <p:nvSpPr>
          <p:cNvPr id="34" name="Text 31"/>
          <p:cNvSpPr/>
          <p:nvPr/>
        </p:nvSpPr>
        <p:spPr>
          <a:xfrm>
            <a:off x="10032930" y="7225422"/>
            <a:ext cx="2966268" cy="382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1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七步洗手法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48878" y="7735748"/>
            <a:ext cx="2934373" cy="340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1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每个步骤都要认真做哦！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059509" y="8203546"/>
            <a:ext cx="2913109" cy="29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7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搓搓搓，搓出好多泡泡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117600" cy="1066800"/>
          </a:xfrm>
          <a:custGeom>
            <a:avLst/>
            <a:gdLst/>
            <a:ahLst/>
            <a:cxnLst/>
            <a:rect l="l" t="t" r="r" b="b"/>
            <a:pathLst>
              <a:path w="1117600" h="1066800">
                <a:moveTo>
                  <a:pt x="533400" y="0"/>
                </a:moveTo>
                <a:lnTo>
                  <a:pt x="584200" y="0"/>
                </a:lnTo>
                <a:cubicBezTo>
                  <a:pt x="878591" y="0"/>
                  <a:pt x="1117600" y="239009"/>
                  <a:pt x="1117600" y="533400"/>
                </a:cubicBezTo>
                <a:lnTo>
                  <a:pt x="1117600" y="533400"/>
                </a:lnTo>
                <a:cubicBezTo>
                  <a:pt x="1117600" y="827791"/>
                  <a:pt x="878591" y="1066800"/>
                  <a:pt x="5842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535353"/>
            <a:ext cx="680549" cy="1008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3549" y="736600"/>
            <a:ext cx="5676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第一步：内——搓掌心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446" y="1953846"/>
            <a:ext cx="8428892" cy="6663592"/>
          </a:xfrm>
          <a:custGeom>
            <a:avLst/>
            <a:gdLst/>
            <a:ahLst/>
            <a:cxnLst/>
            <a:rect l="l" t="t" r="r" b="b"/>
            <a:pathLst>
              <a:path w="8428892" h="6663592">
                <a:moveTo>
                  <a:pt x="304793" y="0"/>
                </a:moveTo>
                <a:lnTo>
                  <a:pt x="8124100" y="0"/>
                </a:lnTo>
                <a:cubicBezTo>
                  <a:pt x="8292432" y="0"/>
                  <a:pt x="8428892" y="136460"/>
                  <a:pt x="8428892" y="304793"/>
                </a:cubicBezTo>
                <a:lnTo>
                  <a:pt x="8428892" y="6358800"/>
                </a:lnTo>
                <a:cubicBezTo>
                  <a:pt x="8428892" y="6527132"/>
                  <a:pt x="8292432" y="6663592"/>
                  <a:pt x="8124100" y="6663592"/>
                </a:cubicBezTo>
                <a:lnTo>
                  <a:pt x="304793" y="6663592"/>
                </a:lnTo>
                <a:cubicBezTo>
                  <a:pt x="136460" y="6663592"/>
                  <a:pt x="0" y="6527132"/>
                  <a:pt x="0" y="6358800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89CFF0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83526" y="29972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1524000" y="476250"/>
                </a:moveTo>
                <a:lnTo>
                  <a:pt x="1523702" y="692348"/>
                </a:lnTo>
                <a:cubicBezTo>
                  <a:pt x="1523702" y="825698"/>
                  <a:pt x="1471315" y="951607"/>
                  <a:pt x="1381125" y="1044773"/>
                </a:cubicBezTo>
                <a:cubicBezTo>
                  <a:pt x="1380232" y="815578"/>
                  <a:pt x="1261765" y="603052"/>
                  <a:pt x="1067395" y="481310"/>
                </a:cubicBezTo>
                <a:lnTo>
                  <a:pt x="1061740" y="477738"/>
                </a:lnTo>
                <a:cubicBezTo>
                  <a:pt x="1069181" y="466725"/>
                  <a:pt x="1070074" y="452140"/>
                  <a:pt x="1062930" y="439936"/>
                </a:cubicBezTo>
                <a:lnTo>
                  <a:pt x="878384" y="120253"/>
                </a:lnTo>
                <a:cubicBezTo>
                  <a:pt x="858738" y="86023"/>
                  <a:pt x="870347" y="42267"/>
                  <a:pt x="904577" y="22622"/>
                </a:cubicBezTo>
                <a:cubicBezTo>
                  <a:pt x="938808" y="2977"/>
                  <a:pt x="982266" y="14883"/>
                  <a:pt x="1001911" y="49113"/>
                </a:cubicBezTo>
                <a:lnTo>
                  <a:pt x="1204317" y="399752"/>
                </a:lnTo>
                <a:lnTo>
                  <a:pt x="1204317" y="399752"/>
                </a:lnTo>
                <a:lnTo>
                  <a:pt x="1204317" y="399752"/>
                </a:lnTo>
                <a:lnTo>
                  <a:pt x="1333202" y="622995"/>
                </a:lnTo>
                <a:lnTo>
                  <a:pt x="1333500" y="476250"/>
                </a:lnTo>
                <a:cubicBezTo>
                  <a:pt x="1333500" y="423565"/>
                  <a:pt x="1376363" y="381000"/>
                  <a:pt x="1428750" y="381000"/>
                </a:cubicBezTo>
                <a:cubicBezTo>
                  <a:pt x="1481138" y="381000"/>
                  <a:pt x="1524000" y="423863"/>
                  <a:pt x="1524000" y="476250"/>
                </a:cubicBezTo>
                <a:close/>
                <a:moveTo>
                  <a:pt x="888206" y="369689"/>
                </a:moveTo>
                <a:cubicBezTo>
                  <a:pt x="846237" y="343495"/>
                  <a:pt x="799505" y="331887"/>
                  <a:pt x="753666" y="333673"/>
                </a:cubicBezTo>
                <a:lnTo>
                  <a:pt x="645021" y="145256"/>
                </a:lnTo>
                <a:cubicBezTo>
                  <a:pt x="625376" y="111026"/>
                  <a:pt x="636984" y="67270"/>
                  <a:pt x="671215" y="47625"/>
                </a:cubicBezTo>
                <a:cubicBezTo>
                  <a:pt x="705445" y="27980"/>
                  <a:pt x="749201" y="39588"/>
                  <a:pt x="768846" y="73819"/>
                </a:cubicBezTo>
                <a:lnTo>
                  <a:pt x="968573" y="419695"/>
                </a:lnTo>
                <a:lnTo>
                  <a:pt x="888206" y="369391"/>
                </a:lnTo>
                <a:close/>
                <a:moveTo>
                  <a:pt x="630734" y="263426"/>
                </a:moveTo>
                <a:lnTo>
                  <a:pt x="679549" y="347960"/>
                </a:lnTo>
                <a:cubicBezTo>
                  <a:pt x="634603" y="364331"/>
                  <a:pt x="594420" y="394395"/>
                  <a:pt x="565547" y="436364"/>
                </a:cubicBezTo>
                <a:lnTo>
                  <a:pt x="506909" y="334566"/>
                </a:lnTo>
                <a:cubicBezTo>
                  <a:pt x="487263" y="300335"/>
                  <a:pt x="498872" y="256580"/>
                  <a:pt x="533102" y="236934"/>
                </a:cubicBezTo>
                <a:cubicBezTo>
                  <a:pt x="567333" y="217289"/>
                  <a:pt x="611088" y="228898"/>
                  <a:pt x="630734" y="263128"/>
                </a:cubicBezTo>
                <a:close/>
                <a:moveTo>
                  <a:pt x="492621" y="453033"/>
                </a:moveTo>
                <a:lnTo>
                  <a:pt x="529828" y="517624"/>
                </a:lnTo>
                <a:cubicBezTo>
                  <a:pt x="523875" y="543223"/>
                  <a:pt x="522387" y="569714"/>
                  <a:pt x="524768" y="595312"/>
                </a:cubicBezTo>
                <a:lnTo>
                  <a:pt x="511969" y="595312"/>
                </a:lnTo>
                <a:lnTo>
                  <a:pt x="511969" y="595312"/>
                </a:lnTo>
                <a:lnTo>
                  <a:pt x="409575" y="595312"/>
                </a:lnTo>
                <a:lnTo>
                  <a:pt x="368796" y="524470"/>
                </a:lnTo>
                <a:cubicBezTo>
                  <a:pt x="349151" y="490240"/>
                  <a:pt x="360759" y="446484"/>
                  <a:pt x="394990" y="426839"/>
                </a:cubicBezTo>
                <a:cubicBezTo>
                  <a:pt x="429220" y="407194"/>
                  <a:pt x="472976" y="418802"/>
                  <a:pt x="492621" y="453033"/>
                </a:cubicBezTo>
                <a:close/>
                <a:moveTo>
                  <a:pt x="681335" y="520898"/>
                </a:moveTo>
                <a:cubicBezTo>
                  <a:pt x="709315" y="476250"/>
                  <a:pt x="767953" y="462855"/>
                  <a:pt x="812602" y="490538"/>
                </a:cubicBezTo>
                <a:lnTo>
                  <a:pt x="991791" y="602456"/>
                </a:lnTo>
                <a:cubicBezTo>
                  <a:pt x="1145084" y="698599"/>
                  <a:pt x="1238250" y="866775"/>
                  <a:pt x="1238250" y="1047750"/>
                </a:cubicBezTo>
                <a:lnTo>
                  <a:pt x="1238250" y="1071563"/>
                </a:lnTo>
                <a:cubicBezTo>
                  <a:pt x="1238250" y="1321296"/>
                  <a:pt x="1035546" y="1524000"/>
                  <a:pt x="785813" y="1524000"/>
                </a:cubicBezTo>
                <a:lnTo>
                  <a:pt x="261938" y="1524000"/>
                </a:lnTo>
                <a:cubicBezTo>
                  <a:pt x="222349" y="1524000"/>
                  <a:pt x="190500" y="1492151"/>
                  <a:pt x="190500" y="1452563"/>
                </a:cubicBezTo>
                <a:cubicBezTo>
                  <a:pt x="190500" y="1412974"/>
                  <a:pt x="222349" y="1381125"/>
                  <a:pt x="261938" y="1381125"/>
                </a:cubicBezTo>
                <a:lnTo>
                  <a:pt x="535781" y="1381125"/>
                </a:lnTo>
                <a:cubicBezTo>
                  <a:pt x="555427" y="1381125"/>
                  <a:pt x="571500" y="1365052"/>
                  <a:pt x="571500" y="1345406"/>
                </a:cubicBezTo>
                <a:cubicBezTo>
                  <a:pt x="571500" y="1325761"/>
                  <a:pt x="555427" y="1309687"/>
                  <a:pt x="535781" y="1309687"/>
                </a:cubicBezTo>
                <a:lnTo>
                  <a:pt x="166688" y="1309687"/>
                </a:lnTo>
                <a:cubicBezTo>
                  <a:pt x="127099" y="1309687"/>
                  <a:pt x="95250" y="1277838"/>
                  <a:pt x="95250" y="1238250"/>
                </a:cubicBezTo>
                <a:cubicBezTo>
                  <a:pt x="95250" y="1198662"/>
                  <a:pt x="127099" y="1166813"/>
                  <a:pt x="166688" y="1166813"/>
                </a:cubicBezTo>
                <a:lnTo>
                  <a:pt x="535781" y="1166813"/>
                </a:lnTo>
                <a:cubicBezTo>
                  <a:pt x="555427" y="1166813"/>
                  <a:pt x="571500" y="1150739"/>
                  <a:pt x="571500" y="1131094"/>
                </a:cubicBezTo>
                <a:cubicBezTo>
                  <a:pt x="571500" y="1111448"/>
                  <a:pt x="555427" y="1095375"/>
                  <a:pt x="535781" y="1095375"/>
                </a:cubicBezTo>
                <a:lnTo>
                  <a:pt x="71438" y="1095375"/>
                </a:lnTo>
                <a:cubicBezTo>
                  <a:pt x="31849" y="1095375"/>
                  <a:pt x="0" y="1063526"/>
                  <a:pt x="0" y="1023938"/>
                </a:cubicBezTo>
                <a:cubicBezTo>
                  <a:pt x="0" y="984349"/>
                  <a:pt x="31849" y="952500"/>
                  <a:pt x="71438" y="952500"/>
                </a:cubicBezTo>
                <a:lnTo>
                  <a:pt x="535781" y="952500"/>
                </a:lnTo>
                <a:cubicBezTo>
                  <a:pt x="555427" y="952500"/>
                  <a:pt x="571500" y="936427"/>
                  <a:pt x="571500" y="916781"/>
                </a:cubicBezTo>
                <a:cubicBezTo>
                  <a:pt x="571500" y="897136"/>
                  <a:pt x="555427" y="881062"/>
                  <a:pt x="535781" y="881062"/>
                </a:cubicBezTo>
                <a:lnTo>
                  <a:pt x="166688" y="881062"/>
                </a:lnTo>
                <a:cubicBezTo>
                  <a:pt x="127099" y="881062"/>
                  <a:pt x="95250" y="849213"/>
                  <a:pt x="95250" y="809625"/>
                </a:cubicBezTo>
                <a:cubicBezTo>
                  <a:pt x="95250" y="770037"/>
                  <a:pt x="127099" y="738188"/>
                  <a:pt x="166688" y="738188"/>
                </a:cubicBezTo>
                <a:lnTo>
                  <a:pt x="571500" y="738188"/>
                </a:lnTo>
                <a:lnTo>
                  <a:pt x="571500" y="738188"/>
                </a:lnTo>
                <a:lnTo>
                  <a:pt x="571500" y="738188"/>
                </a:lnTo>
                <a:lnTo>
                  <a:pt x="848916" y="738188"/>
                </a:lnTo>
                <a:lnTo>
                  <a:pt x="711398" y="652165"/>
                </a:lnTo>
                <a:cubicBezTo>
                  <a:pt x="666750" y="624185"/>
                  <a:pt x="653355" y="565547"/>
                  <a:pt x="681038" y="520898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7" name="Shape 5"/>
          <p:cNvSpPr/>
          <p:nvPr/>
        </p:nvSpPr>
        <p:spPr>
          <a:xfrm>
            <a:off x="859692" y="4826000"/>
            <a:ext cx="7772400" cy="1625600"/>
          </a:xfrm>
          <a:custGeom>
            <a:avLst/>
            <a:gdLst/>
            <a:ahLst/>
            <a:cxnLst/>
            <a:rect l="l" t="t" r="r" b="b"/>
            <a:pathLst>
              <a:path w="7772400" h="1625600">
                <a:moveTo>
                  <a:pt x="203200" y="0"/>
                </a:moveTo>
                <a:lnTo>
                  <a:pt x="7569200" y="0"/>
                </a:lnTo>
                <a:cubicBezTo>
                  <a:pt x="7681349" y="0"/>
                  <a:pt x="7772400" y="91051"/>
                  <a:pt x="7772400" y="203200"/>
                </a:cubicBezTo>
                <a:lnTo>
                  <a:pt x="7772400" y="1422400"/>
                </a:lnTo>
                <a:cubicBezTo>
                  <a:pt x="7772400" y="1534549"/>
                  <a:pt x="7681349" y="1625600"/>
                  <a:pt x="75692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9CFF0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69242" y="5130800"/>
            <a:ext cx="735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掌心相对，手指并拢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292" y="5740400"/>
            <a:ext cx="731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相互揉搓，搓出小泡泡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3492" y="6756400"/>
            <a:ext cx="79248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两只小手心，对在一起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搓搓搓，搓出小泡泡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89452" y="2389553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789502" y="269435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28625" y="47625"/>
                </a:moveTo>
                <a:cubicBezTo>
                  <a:pt x="428625" y="21282"/>
                  <a:pt x="407343" y="0"/>
                  <a:pt x="381000" y="0"/>
                </a:cubicBezTo>
                <a:cubicBezTo>
                  <a:pt x="354657" y="0"/>
                  <a:pt x="333375" y="21282"/>
                  <a:pt x="333375" y="47625"/>
                </a:cubicBezTo>
                <a:lnTo>
                  <a:pt x="333375" y="357188"/>
                </a:lnTo>
                <a:cubicBezTo>
                  <a:pt x="333375" y="370284"/>
                  <a:pt x="322659" y="381000"/>
                  <a:pt x="309563" y="381000"/>
                </a:cubicBezTo>
                <a:cubicBezTo>
                  <a:pt x="296466" y="381000"/>
                  <a:pt x="285750" y="370284"/>
                  <a:pt x="285750" y="357188"/>
                </a:cubicBezTo>
                <a:lnTo>
                  <a:pt x="285750" y="95250"/>
                </a:lnTo>
                <a:cubicBezTo>
                  <a:pt x="285750" y="68907"/>
                  <a:pt x="264468" y="47625"/>
                  <a:pt x="238125" y="47625"/>
                </a:cubicBezTo>
                <a:cubicBezTo>
                  <a:pt x="211782" y="47625"/>
                  <a:pt x="190500" y="68907"/>
                  <a:pt x="190500" y="95250"/>
                </a:cubicBezTo>
                <a:lnTo>
                  <a:pt x="190500" y="500063"/>
                </a:lnTo>
                <a:cubicBezTo>
                  <a:pt x="190500" y="502295"/>
                  <a:pt x="190500" y="504676"/>
                  <a:pt x="190649" y="506909"/>
                </a:cubicBezTo>
                <a:lnTo>
                  <a:pt x="100608" y="421184"/>
                </a:lnTo>
                <a:cubicBezTo>
                  <a:pt x="76795" y="398562"/>
                  <a:pt x="39142" y="399455"/>
                  <a:pt x="16371" y="423267"/>
                </a:cubicBezTo>
                <a:cubicBezTo>
                  <a:pt x="-6400" y="447080"/>
                  <a:pt x="-5358" y="484733"/>
                  <a:pt x="18455" y="507504"/>
                </a:cubicBezTo>
                <a:lnTo>
                  <a:pt x="185738" y="666750"/>
                </a:lnTo>
                <a:cubicBezTo>
                  <a:pt x="249882" y="727918"/>
                  <a:pt x="335161" y="762000"/>
                  <a:pt x="423863" y="762000"/>
                </a:cubicBezTo>
                <a:lnTo>
                  <a:pt x="452438" y="762000"/>
                </a:lnTo>
                <a:cubicBezTo>
                  <a:pt x="597098" y="762000"/>
                  <a:pt x="714375" y="644723"/>
                  <a:pt x="714375" y="500063"/>
                </a:cubicBezTo>
                <a:lnTo>
                  <a:pt x="714375" y="190500"/>
                </a:lnTo>
                <a:cubicBezTo>
                  <a:pt x="714375" y="164157"/>
                  <a:pt x="693093" y="142875"/>
                  <a:pt x="666750" y="142875"/>
                </a:cubicBezTo>
                <a:cubicBezTo>
                  <a:pt x="640407" y="142875"/>
                  <a:pt x="619125" y="164157"/>
                  <a:pt x="619125" y="190500"/>
                </a:cubicBezTo>
                <a:lnTo>
                  <a:pt x="619125" y="357188"/>
                </a:lnTo>
                <a:cubicBezTo>
                  <a:pt x="619125" y="370284"/>
                  <a:pt x="608409" y="381000"/>
                  <a:pt x="595313" y="381000"/>
                </a:cubicBezTo>
                <a:cubicBezTo>
                  <a:pt x="582216" y="381000"/>
                  <a:pt x="571500" y="370284"/>
                  <a:pt x="571500" y="357188"/>
                </a:cubicBezTo>
                <a:lnTo>
                  <a:pt x="571500" y="95250"/>
                </a:lnTo>
                <a:cubicBezTo>
                  <a:pt x="571500" y="68907"/>
                  <a:pt x="550218" y="47625"/>
                  <a:pt x="523875" y="47625"/>
                </a:cubicBezTo>
                <a:cubicBezTo>
                  <a:pt x="497532" y="47625"/>
                  <a:pt x="476250" y="68907"/>
                  <a:pt x="476250" y="95250"/>
                </a:cubicBezTo>
                <a:lnTo>
                  <a:pt x="476250" y="357188"/>
                </a:lnTo>
                <a:cubicBezTo>
                  <a:pt x="476250" y="370284"/>
                  <a:pt x="465534" y="381000"/>
                  <a:pt x="452438" y="381000"/>
                </a:cubicBezTo>
                <a:cubicBezTo>
                  <a:pt x="439341" y="381000"/>
                  <a:pt x="428625" y="370284"/>
                  <a:pt x="428625" y="357188"/>
                </a:cubicBezTo>
                <a:lnTo>
                  <a:pt x="428625" y="47625"/>
                </a:lnTo>
                <a:close/>
              </a:path>
            </a:pathLst>
          </a:custGeom>
          <a:solidFill>
            <a:srgbClr val="89CFF0"/>
          </a:solidFill>
        </p:spPr>
      </p:sp>
      <p:sp>
        <p:nvSpPr>
          <p:cNvPr id="13" name="Text 11"/>
          <p:cNvSpPr/>
          <p:nvPr/>
        </p:nvSpPr>
        <p:spPr>
          <a:xfrm>
            <a:off x="10900752" y="2694353"/>
            <a:ext cx="3098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先把手淋湿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0752" y="3100753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打开水龙头，让小手充分淋湿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9452" y="4015153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932377" y="4319953"/>
            <a:ext cx="476250" cy="762000"/>
          </a:xfrm>
          <a:custGeom>
            <a:avLst/>
            <a:gdLst/>
            <a:ahLst/>
            <a:cxnLst/>
            <a:rect l="l" t="t" r="r" b="b"/>
            <a:pathLst>
              <a:path w="476250" h="762000">
                <a:moveTo>
                  <a:pt x="142875" y="0"/>
                </a:moveTo>
                <a:lnTo>
                  <a:pt x="142875" y="119063"/>
                </a:lnTo>
                <a:lnTo>
                  <a:pt x="333375" y="119063"/>
                </a:lnTo>
                <a:lnTo>
                  <a:pt x="333375" y="83344"/>
                </a:lnTo>
                <a:lnTo>
                  <a:pt x="440531" y="83344"/>
                </a:lnTo>
                <a:cubicBezTo>
                  <a:pt x="460325" y="83344"/>
                  <a:pt x="476250" y="67419"/>
                  <a:pt x="476250" y="47625"/>
                </a:cubicBezTo>
                <a:cubicBezTo>
                  <a:pt x="476250" y="27831"/>
                  <a:pt x="460325" y="11906"/>
                  <a:pt x="440531" y="11906"/>
                </a:cubicBezTo>
                <a:lnTo>
                  <a:pt x="333375" y="11906"/>
                </a:lnTo>
                <a:lnTo>
                  <a:pt x="333375" y="0"/>
                </a:lnTo>
                <a:cubicBezTo>
                  <a:pt x="333375" y="-26343"/>
                  <a:pt x="312093" y="-47625"/>
                  <a:pt x="285750" y="-47625"/>
                </a:cubicBezTo>
                <a:lnTo>
                  <a:pt x="190500" y="-47625"/>
                </a:lnTo>
                <a:cubicBezTo>
                  <a:pt x="164157" y="-47625"/>
                  <a:pt x="142875" y="-26343"/>
                  <a:pt x="142875" y="0"/>
                </a:cubicBezTo>
                <a:close/>
                <a:moveTo>
                  <a:pt x="95250" y="190500"/>
                </a:moveTo>
                <a:cubicBezTo>
                  <a:pt x="42714" y="190500"/>
                  <a:pt x="0" y="233214"/>
                  <a:pt x="0" y="285750"/>
                </a:cubicBezTo>
                <a:lnTo>
                  <a:pt x="0" y="666750"/>
                </a:lnTo>
                <a:cubicBezTo>
                  <a:pt x="0" y="719286"/>
                  <a:pt x="42714" y="762000"/>
                  <a:pt x="95250" y="762000"/>
                </a:cubicBezTo>
                <a:lnTo>
                  <a:pt x="381000" y="762000"/>
                </a:lnTo>
                <a:cubicBezTo>
                  <a:pt x="433536" y="762000"/>
                  <a:pt x="476250" y="719286"/>
                  <a:pt x="476250" y="666750"/>
                </a:cubicBezTo>
                <a:lnTo>
                  <a:pt x="476250" y="285750"/>
                </a:lnTo>
                <a:cubicBezTo>
                  <a:pt x="476250" y="233214"/>
                  <a:pt x="433536" y="190500"/>
                  <a:pt x="381000" y="190500"/>
                </a:cubicBezTo>
                <a:lnTo>
                  <a:pt x="95250" y="190500"/>
                </a:lnTo>
                <a:close/>
                <a:moveTo>
                  <a:pt x="333375" y="511969"/>
                </a:moveTo>
                <a:cubicBezTo>
                  <a:pt x="333375" y="564505"/>
                  <a:pt x="290661" y="595313"/>
                  <a:pt x="238125" y="595313"/>
                </a:cubicBezTo>
                <a:cubicBezTo>
                  <a:pt x="185589" y="595313"/>
                  <a:pt x="142875" y="564505"/>
                  <a:pt x="142875" y="511969"/>
                </a:cubicBezTo>
                <a:cubicBezTo>
                  <a:pt x="142875" y="463600"/>
                  <a:pt x="197941" y="391567"/>
                  <a:pt x="218629" y="366266"/>
                </a:cubicBezTo>
                <a:cubicBezTo>
                  <a:pt x="223391" y="360462"/>
                  <a:pt x="230684" y="357188"/>
                  <a:pt x="238125" y="357188"/>
                </a:cubicBezTo>
                <a:cubicBezTo>
                  <a:pt x="245566" y="357188"/>
                  <a:pt x="252859" y="360462"/>
                  <a:pt x="257621" y="366266"/>
                </a:cubicBezTo>
                <a:cubicBezTo>
                  <a:pt x="278309" y="391567"/>
                  <a:pt x="333375" y="463600"/>
                  <a:pt x="333375" y="511969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17" name="Text 15"/>
          <p:cNvSpPr/>
          <p:nvPr/>
        </p:nvSpPr>
        <p:spPr>
          <a:xfrm>
            <a:off x="10900752" y="4319953"/>
            <a:ext cx="3098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抹上肥皂或洗手液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00752" y="4726353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挤出适量洗手液，准备搓泡泡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89452" y="5640753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9502" y="594555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cubicBezTo>
                  <a:pt x="0" y="170720"/>
                  <a:pt x="170720" y="0"/>
                  <a:pt x="381000" y="0"/>
                </a:cubicBez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21" name="Text 19"/>
          <p:cNvSpPr/>
          <p:nvPr/>
        </p:nvSpPr>
        <p:spPr>
          <a:xfrm>
            <a:off x="10900752" y="5945553"/>
            <a:ext cx="3556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第一步：搓掌心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00752" y="6351953"/>
            <a:ext cx="3543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掌心对掌心，手指并拢，相互揉搓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1176" y="7278076"/>
            <a:ext cx="6335346" cy="887046"/>
          </a:xfrm>
          <a:custGeom>
            <a:avLst/>
            <a:gdLst/>
            <a:ahLst/>
            <a:cxnLst/>
            <a:rect l="l" t="t" r="r" b="b"/>
            <a:pathLst>
              <a:path w="6335346" h="887046">
                <a:moveTo>
                  <a:pt x="203196" y="0"/>
                </a:moveTo>
                <a:lnTo>
                  <a:pt x="6132150" y="0"/>
                </a:lnTo>
                <a:cubicBezTo>
                  <a:pt x="6244372" y="0"/>
                  <a:pt x="6335346" y="90974"/>
                  <a:pt x="6335346" y="203196"/>
                </a:cubicBezTo>
                <a:lnTo>
                  <a:pt x="6335346" y="683850"/>
                </a:lnTo>
                <a:cubicBezTo>
                  <a:pt x="6335346" y="796072"/>
                  <a:pt x="6244372" y="887046"/>
                  <a:pt x="6132150" y="887046"/>
                </a:cubicBezTo>
                <a:lnTo>
                  <a:pt x="203196" y="887046"/>
                </a:lnTo>
                <a:cubicBezTo>
                  <a:pt x="90974" y="887046"/>
                  <a:pt x="0" y="796072"/>
                  <a:pt x="0" y="683850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FDE47F">
              <a:alpha val="20000"/>
            </a:srgbClr>
          </a:solidFill>
          <a:ln w="23446">
            <a:solidFill>
              <a:srgbClr val="FDE4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920" y="7598507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5" name="Text 23"/>
          <p:cNvSpPr/>
          <p:nvPr/>
        </p:nvSpPr>
        <p:spPr>
          <a:xfrm>
            <a:off x="10022498" y="7543800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小贴士：</a:t>
            </a: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搓的时候要有泡沫哦！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244600" cy="1066800"/>
          </a:xfrm>
          <a:custGeom>
            <a:avLst/>
            <a:gdLst/>
            <a:ahLst/>
            <a:cxnLst/>
            <a:rect l="l" t="t" r="r" b="b"/>
            <a:pathLst>
              <a:path w="1244600" h="1066800">
                <a:moveTo>
                  <a:pt x="533400" y="0"/>
                </a:moveTo>
                <a:lnTo>
                  <a:pt x="711200" y="0"/>
                </a:lnTo>
                <a:cubicBezTo>
                  <a:pt x="1005591" y="0"/>
                  <a:pt x="1244600" y="239009"/>
                  <a:pt x="1244600" y="533400"/>
                </a:cubicBezTo>
                <a:lnTo>
                  <a:pt x="1244600" y="533400"/>
                </a:lnTo>
                <a:cubicBezTo>
                  <a:pt x="1244600" y="827791"/>
                  <a:pt x="1005591" y="1066800"/>
                  <a:pt x="7112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535353"/>
            <a:ext cx="809259" cy="1008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52259" y="736600"/>
            <a:ext cx="5676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FDAB9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第二步：外——搓手背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446" y="1953846"/>
            <a:ext cx="8428892" cy="6663592"/>
          </a:xfrm>
          <a:custGeom>
            <a:avLst/>
            <a:gdLst/>
            <a:ahLst/>
            <a:cxnLst/>
            <a:rect l="l" t="t" r="r" b="b"/>
            <a:pathLst>
              <a:path w="8428892" h="6663592">
                <a:moveTo>
                  <a:pt x="304793" y="0"/>
                </a:moveTo>
                <a:lnTo>
                  <a:pt x="8124100" y="0"/>
                </a:lnTo>
                <a:cubicBezTo>
                  <a:pt x="8292432" y="0"/>
                  <a:pt x="8428892" y="136460"/>
                  <a:pt x="8428892" y="304793"/>
                </a:cubicBezTo>
                <a:lnTo>
                  <a:pt x="8428892" y="6358800"/>
                </a:lnTo>
                <a:cubicBezTo>
                  <a:pt x="8428892" y="6527132"/>
                  <a:pt x="8292432" y="6663592"/>
                  <a:pt x="8124100" y="6663592"/>
                </a:cubicBezTo>
                <a:lnTo>
                  <a:pt x="304793" y="6663592"/>
                </a:lnTo>
                <a:cubicBezTo>
                  <a:pt x="136460" y="6663592"/>
                  <a:pt x="0" y="6527132"/>
                  <a:pt x="0" y="6358800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FFDAB9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2700000">
            <a:off x="3914191" y="2546871"/>
            <a:ext cx="1143000" cy="1524000"/>
          </a:xfrm>
          <a:custGeom>
            <a:avLst/>
            <a:gdLst/>
            <a:ahLst/>
            <a:cxnLst/>
            <a:rect l="l" t="t" r="r" b="b"/>
            <a:pathLst>
              <a:path w="1143000" h="1524000">
                <a:moveTo>
                  <a:pt x="22027" y="754856"/>
                </a:moveTo>
                <a:cubicBezTo>
                  <a:pt x="7739" y="731937"/>
                  <a:pt x="0" y="705743"/>
                  <a:pt x="0" y="678656"/>
                </a:cubicBezTo>
                <a:lnTo>
                  <a:pt x="0" y="571500"/>
                </a:lnTo>
                <a:cubicBezTo>
                  <a:pt x="0" y="492621"/>
                  <a:pt x="63996" y="428625"/>
                  <a:pt x="142875" y="428625"/>
                </a:cubicBezTo>
                <a:lnTo>
                  <a:pt x="190500" y="428625"/>
                </a:lnTo>
                <a:lnTo>
                  <a:pt x="190500" y="190500"/>
                </a:lnTo>
                <a:cubicBezTo>
                  <a:pt x="190500" y="111621"/>
                  <a:pt x="254496" y="47625"/>
                  <a:pt x="333375" y="47625"/>
                </a:cubicBezTo>
                <a:cubicBezTo>
                  <a:pt x="384870" y="47625"/>
                  <a:pt x="429816" y="74712"/>
                  <a:pt x="455116" y="115491"/>
                </a:cubicBezTo>
                <a:cubicBezTo>
                  <a:pt x="467916" y="49709"/>
                  <a:pt x="525959" y="0"/>
                  <a:pt x="595313" y="0"/>
                </a:cubicBezTo>
                <a:cubicBezTo>
                  <a:pt x="664964" y="0"/>
                  <a:pt x="723007" y="50006"/>
                  <a:pt x="735509" y="115788"/>
                </a:cubicBezTo>
                <a:cubicBezTo>
                  <a:pt x="757238" y="102691"/>
                  <a:pt x="782538" y="95250"/>
                  <a:pt x="809625" y="95250"/>
                </a:cubicBezTo>
                <a:cubicBezTo>
                  <a:pt x="875407" y="95250"/>
                  <a:pt x="931069" y="139898"/>
                  <a:pt x="947440" y="200620"/>
                </a:cubicBezTo>
                <a:cubicBezTo>
                  <a:pt x="963811" y="194072"/>
                  <a:pt x="981373" y="190500"/>
                  <a:pt x="1000125" y="190500"/>
                </a:cubicBezTo>
                <a:cubicBezTo>
                  <a:pt x="1079004" y="190500"/>
                  <a:pt x="1143000" y="254496"/>
                  <a:pt x="1143000" y="333375"/>
                </a:cubicBezTo>
                <a:lnTo>
                  <a:pt x="1143000" y="621804"/>
                </a:lnTo>
                <a:cubicBezTo>
                  <a:pt x="1143000" y="651272"/>
                  <a:pt x="1136154" y="680442"/>
                  <a:pt x="1122759" y="706934"/>
                </a:cubicBezTo>
                <a:lnTo>
                  <a:pt x="1004887" y="942380"/>
                </a:lnTo>
                <a:cubicBezTo>
                  <a:pt x="972741" y="1006971"/>
                  <a:pt x="906661" y="1047750"/>
                  <a:pt x="834628" y="1047750"/>
                </a:cubicBezTo>
                <a:lnTo>
                  <a:pt x="285750" y="1047750"/>
                </a:lnTo>
                <a:cubicBezTo>
                  <a:pt x="236637" y="1047750"/>
                  <a:pt x="191095" y="1022747"/>
                  <a:pt x="164902" y="981075"/>
                </a:cubicBezTo>
                <a:lnTo>
                  <a:pt x="22027" y="754856"/>
                </a:lnTo>
                <a:close/>
                <a:moveTo>
                  <a:pt x="95250" y="1428750"/>
                </a:moveTo>
                <a:lnTo>
                  <a:pt x="95250" y="1285875"/>
                </a:lnTo>
                <a:cubicBezTo>
                  <a:pt x="95250" y="1233190"/>
                  <a:pt x="137815" y="1190625"/>
                  <a:pt x="190500" y="1190625"/>
                </a:cubicBezTo>
                <a:lnTo>
                  <a:pt x="952500" y="1190625"/>
                </a:lnTo>
                <a:cubicBezTo>
                  <a:pt x="1005185" y="1190625"/>
                  <a:pt x="1047750" y="1233190"/>
                  <a:pt x="1047750" y="1285875"/>
                </a:cubicBezTo>
                <a:lnTo>
                  <a:pt x="1047750" y="1428750"/>
                </a:lnTo>
                <a:cubicBezTo>
                  <a:pt x="1047750" y="1481435"/>
                  <a:pt x="1005185" y="1524000"/>
                  <a:pt x="952500" y="1524000"/>
                </a:cubicBezTo>
                <a:lnTo>
                  <a:pt x="190500" y="1524000"/>
                </a:lnTo>
                <a:cubicBezTo>
                  <a:pt x="137815" y="1524000"/>
                  <a:pt x="95250" y="1481435"/>
                  <a:pt x="95250" y="1428750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7" name="Shape 5"/>
          <p:cNvSpPr/>
          <p:nvPr/>
        </p:nvSpPr>
        <p:spPr>
          <a:xfrm>
            <a:off x="859692" y="4826000"/>
            <a:ext cx="7772400" cy="1625600"/>
          </a:xfrm>
          <a:custGeom>
            <a:avLst/>
            <a:gdLst/>
            <a:ahLst/>
            <a:cxnLst/>
            <a:rect l="l" t="t" r="r" b="b"/>
            <a:pathLst>
              <a:path w="7772400" h="1625600">
                <a:moveTo>
                  <a:pt x="203200" y="0"/>
                </a:moveTo>
                <a:lnTo>
                  <a:pt x="7569200" y="0"/>
                </a:lnTo>
                <a:cubicBezTo>
                  <a:pt x="7681349" y="0"/>
                  <a:pt x="7772400" y="91051"/>
                  <a:pt x="7772400" y="203200"/>
                </a:cubicBezTo>
                <a:lnTo>
                  <a:pt x="7772400" y="1422400"/>
                </a:lnTo>
                <a:cubicBezTo>
                  <a:pt x="7772400" y="1534549"/>
                  <a:pt x="7681349" y="1625600"/>
                  <a:pt x="75692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DAB9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69242" y="5130800"/>
            <a:ext cx="735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DAB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手心对手背，沿着指缝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292" y="5740400"/>
            <a:ext cx="731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两只手交换做，手背也要洗干净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3492" y="6756400"/>
            <a:ext cx="79248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手心转个圈，去亲亲手背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换只手，再来一次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89452" y="2389553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789502" y="269435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28625" y="47625"/>
                </a:moveTo>
                <a:cubicBezTo>
                  <a:pt x="428625" y="21282"/>
                  <a:pt x="407343" y="0"/>
                  <a:pt x="381000" y="0"/>
                </a:cubicBezTo>
                <a:cubicBezTo>
                  <a:pt x="354657" y="0"/>
                  <a:pt x="333375" y="21282"/>
                  <a:pt x="333375" y="47625"/>
                </a:cubicBezTo>
                <a:lnTo>
                  <a:pt x="333375" y="357188"/>
                </a:lnTo>
                <a:cubicBezTo>
                  <a:pt x="333375" y="370284"/>
                  <a:pt x="322659" y="381000"/>
                  <a:pt x="309563" y="381000"/>
                </a:cubicBezTo>
                <a:cubicBezTo>
                  <a:pt x="296466" y="381000"/>
                  <a:pt x="285750" y="370284"/>
                  <a:pt x="285750" y="357188"/>
                </a:cubicBezTo>
                <a:lnTo>
                  <a:pt x="285750" y="95250"/>
                </a:lnTo>
                <a:cubicBezTo>
                  <a:pt x="285750" y="68907"/>
                  <a:pt x="264468" y="47625"/>
                  <a:pt x="238125" y="47625"/>
                </a:cubicBezTo>
                <a:cubicBezTo>
                  <a:pt x="211782" y="47625"/>
                  <a:pt x="190500" y="68907"/>
                  <a:pt x="190500" y="95250"/>
                </a:cubicBezTo>
                <a:lnTo>
                  <a:pt x="190500" y="500063"/>
                </a:lnTo>
                <a:cubicBezTo>
                  <a:pt x="190500" y="502295"/>
                  <a:pt x="190500" y="504676"/>
                  <a:pt x="190649" y="506909"/>
                </a:cubicBezTo>
                <a:lnTo>
                  <a:pt x="100608" y="421184"/>
                </a:lnTo>
                <a:cubicBezTo>
                  <a:pt x="76795" y="398562"/>
                  <a:pt x="39142" y="399455"/>
                  <a:pt x="16371" y="423267"/>
                </a:cubicBezTo>
                <a:cubicBezTo>
                  <a:pt x="-6400" y="447080"/>
                  <a:pt x="-5358" y="484733"/>
                  <a:pt x="18455" y="507504"/>
                </a:cubicBezTo>
                <a:lnTo>
                  <a:pt x="185738" y="666750"/>
                </a:lnTo>
                <a:cubicBezTo>
                  <a:pt x="249882" y="727918"/>
                  <a:pt x="335161" y="762000"/>
                  <a:pt x="423863" y="762000"/>
                </a:cubicBezTo>
                <a:lnTo>
                  <a:pt x="452438" y="762000"/>
                </a:lnTo>
                <a:cubicBezTo>
                  <a:pt x="597098" y="762000"/>
                  <a:pt x="714375" y="644723"/>
                  <a:pt x="714375" y="500063"/>
                </a:cubicBezTo>
                <a:lnTo>
                  <a:pt x="714375" y="190500"/>
                </a:lnTo>
                <a:cubicBezTo>
                  <a:pt x="714375" y="164157"/>
                  <a:pt x="693093" y="142875"/>
                  <a:pt x="666750" y="142875"/>
                </a:cubicBezTo>
                <a:cubicBezTo>
                  <a:pt x="640407" y="142875"/>
                  <a:pt x="619125" y="164157"/>
                  <a:pt x="619125" y="190500"/>
                </a:cubicBezTo>
                <a:lnTo>
                  <a:pt x="619125" y="357188"/>
                </a:lnTo>
                <a:cubicBezTo>
                  <a:pt x="619125" y="370284"/>
                  <a:pt x="608409" y="381000"/>
                  <a:pt x="595313" y="381000"/>
                </a:cubicBezTo>
                <a:cubicBezTo>
                  <a:pt x="582216" y="381000"/>
                  <a:pt x="571500" y="370284"/>
                  <a:pt x="571500" y="357188"/>
                </a:cubicBezTo>
                <a:lnTo>
                  <a:pt x="571500" y="95250"/>
                </a:lnTo>
                <a:cubicBezTo>
                  <a:pt x="571500" y="68907"/>
                  <a:pt x="550218" y="47625"/>
                  <a:pt x="523875" y="47625"/>
                </a:cubicBezTo>
                <a:cubicBezTo>
                  <a:pt x="497532" y="47625"/>
                  <a:pt x="476250" y="68907"/>
                  <a:pt x="476250" y="95250"/>
                </a:cubicBezTo>
                <a:lnTo>
                  <a:pt x="476250" y="357188"/>
                </a:lnTo>
                <a:cubicBezTo>
                  <a:pt x="476250" y="370284"/>
                  <a:pt x="465534" y="381000"/>
                  <a:pt x="452438" y="381000"/>
                </a:cubicBezTo>
                <a:cubicBezTo>
                  <a:pt x="439341" y="381000"/>
                  <a:pt x="428625" y="370284"/>
                  <a:pt x="428625" y="357188"/>
                </a:cubicBezTo>
                <a:lnTo>
                  <a:pt x="428625" y="47625"/>
                </a:lnTo>
                <a:close/>
              </a:path>
            </a:pathLst>
          </a:custGeom>
          <a:solidFill>
            <a:srgbClr val="FFDAB9"/>
          </a:solidFill>
        </p:spPr>
      </p:sp>
      <p:sp>
        <p:nvSpPr>
          <p:cNvPr id="13" name="Text 11"/>
          <p:cNvSpPr/>
          <p:nvPr/>
        </p:nvSpPr>
        <p:spPr>
          <a:xfrm>
            <a:off x="10900752" y="2694353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左手对右手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0752" y="3100753"/>
            <a:ext cx="194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左手心对着右手背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9452" y="4015153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89502" y="431995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48010" y="605135"/>
                </a:moveTo>
                <a:lnTo>
                  <a:pt x="605135" y="748010"/>
                </a:lnTo>
                <a:cubicBezTo>
                  <a:pt x="591443" y="761702"/>
                  <a:pt x="571054" y="765721"/>
                  <a:pt x="553194" y="758279"/>
                </a:cubicBezTo>
                <a:cubicBezTo>
                  <a:pt x="535335" y="750838"/>
                  <a:pt x="523875" y="733574"/>
                  <a:pt x="523875" y="714375"/>
                </a:cubicBezTo>
                <a:lnTo>
                  <a:pt x="523875" y="619125"/>
                </a:lnTo>
                <a:lnTo>
                  <a:pt x="47625" y="619125"/>
                </a:lnTo>
                <a:cubicBezTo>
                  <a:pt x="21282" y="619125"/>
                  <a:pt x="0" y="597843"/>
                  <a:pt x="0" y="571500"/>
                </a:cubicBezTo>
                <a:cubicBezTo>
                  <a:pt x="0" y="545157"/>
                  <a:pt x="21282" y="523875"/>
                  <a:pt x="47625" y="523875"/>
                </a:cubicBezTo>
                <a:lnTo>
                  <a:pt x="523875" y="523875"/>
                </a:lnTo>
                <a:lnTo>
                  <a:pt x="523875" y="428625"/>
                </a:lnTo>
                <a:cubicBezTo>
                  <a:pt x="523875" y="409426"/>
                  <a:pt x="535484" y="392013"/>
                  <a:pt x="553343" y="384572"/>
                </a:cubicBezTo>
                <a:cubicBezTo>
                  <a:pt x="571202" y="377130"/>
                  <a:pt x="591592" y="381298"/>
                  <a:pt x="605284" y="394841"/>
                </a:cubicBezTo>
                <a:lnTo>
                  <a:pt x="748159" y="537716"/>
                </a:lnTo>
                <a:cubicBezTo>
                  <a:pt x="766763" y="556320"/>
                  <a:pt x="766763" y="586532"/>
                  <a:pt x="748159" y="605135"/>
                </a:cubicBezTo>
                <a:close/>
                <a:moveTo>
                  <a:pt x="13990" y="224135"/>
                </a:moveTo>
                <a:cubicBezTo>
                  <a:pt x="-4614" y="205532"/>
                  <a:pt x="-4614" y="175320"/>
                  <a:pt x="13990" y="156716"/>
                </a:cubicBezTo>
                <a:lnTo>
                  <a:pt x="156865" y="13841"/>
                </a:lnTo>
                <a:cubicBezTo>
                  <a:pt x="170557" y="149"/>
                  <a:pt x="190946" y="-3870"/>
                  <a:pt x="208806" y="3572"/>
                </a:cubicBezTo>
                <a:cubicBezTo>
                  <a:pt x="226665" y="11013"/>
                  <a:pt x="238125" y="28426"/>
                  <a:pt x="238125" y="47625"/>
                </a:cubicBezTo>
                <a:lnTo>
                  <a:pt x="238125" y="142875"/>
                </a:lnTo>
                <a:lnTo>
                  <a:pt x="714375" y="142875"/>
                </a:lnTo>
                <a:cubicBezTo>
                  <a:pt x="740718" y="142875"/>
                  <a:pt x="762000" y="164157"/>
                  <a:pt x="762000" y="190500"/>
                </a:cubicBezTo>
                <a:cubicBezTo>
                  <a:pt x="762000" y="216843"/>
                  <a:pt x="740718" y="238125"/>
                  <a:pt x="714375" y="238125"/>
                </a:cubicBezTo>
                <a:lnTo>
                  <a:pt x="238125" y="238125"/>
                </a:lnTo>
                <a:lnTo>
                  <a:pt x="238125" y="333375"/>
                </a:lnTo>
                <a:cubicBezTo>
                  <a:pt x="238125" y="352574"/>
                  <a:pt x="226516" y="369987"/>
                  <a:pt x="208657" y="377428"/>
                </a:cubicBezTo>
                <a:cubicBezTo>
                  <a:pt x="190798" y="384870"/>
                  <a:pt x="170408" y="380702"/>
                  <a:pt x="156716" y="367159"/>
                </a:cubicBezTo>
                <a:lnTo>
                  <a:pt x="13841" y="224284"/>
                </a:lnTo>
                <a:close/>
              </a:path>
            </a:pathLst>
          </a:custGeom>
          <a:solidFill>
            <a:srgbClr val="FDE47F"/>
          </a:solidFill>
        </p:spPr>
      </p:sp>
      <p:sp>
        <p:nvSpPr>
          <p:cNvPr id="17" name="Text 15"/>
          <p:cNvSpPr/>
          <p:nvPr/>
        </p:nvSpPr>
        <p:spPr>
          <a:xfrm>
            <a:off x="10900752" y="4319953"/>
            <a:ext cx="3098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沿着指缝搓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00752" y="4726353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从手腕到指尖，沿着指缝搓洗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89452" y="5640753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9502" y="594555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48010" y="224135"/>
                </a:moveTo>
                <a:lnTo>
                  <a:pt x="605135" y="367010"/>
                </a:lnTo>
                <a:cubicBezTo>
                  <a:pt x="591443" y="380702"/>
                  <a:pt x="571054" y="384721"/>
                  <a:pt x="553194" y="377279"/>
                </a:cubicBezTo>
                <a:cubicBezTo>
                  <a:pt x="535335" y="369838"/>
                  <a:pt x="523875" y="352574"/>
                  <a:pt x="523875" y="333375"/>
                </a:cubicBezTo>
                <a:lnTo>
                  <a:pt x="523875" y="238125"/>
                </a:lnTo>
                <a:lnTo>
                  <a:pt x="47625" y="238125"/>
                </a:lnTo>
                <a:cubicBezTo>
                  <a:pt x="21282" y="238125"/>
                  <a:pt x="0" y="216843"/>
                  <a:pt x="0" y="190500"/>
                </a:cubicBezTo>
                <a:cubicBezTo>
                  <a:pt x="0" y="164157"/>
                  <a:pt x="21282" y="142875"/>
                  <a:pt x="47625" y="142875"/>
                </a:cubicBezTo>
                <a:lnTo>
                  <a:pt x="523875" y="142875"/>
                </a:lnTo>
                <a:lnTo>
                  <a:pt x="523875" y="47625"/>
                </a:lnTo>
                <a:cubicBezTo>
                  <a:pt x="523875" y="28426"/>
                  <a:pt x="535484" y="11013"/>
                  <a:pt x="553343" y="3572"/>
                </a:cubicBezTo>
                <a:cubicBezTo>
                  <a:pt x="571202" y="-3870"/>
                  <a:pt x="591592" y="298"/>
                  <a:pt x="605284" y="13841"/>
                </a:cubicBezTo>
                <a:lnTo>
                  <a:pt x="748159" y="156716"/>
                </a:lnTo>
                <a:cubicBezTo>
                  <a:pt x="766763" y="175320"/>
                  <a:pt x="766763" y="205532"/>
                  <a:pt x="748159" y="224135"/>
                </a:cubicBezTo>
                <a:close/>
                <a:moveTo>
                  <a:pt x="156716" y="748010"/>
                </a:moveTo>
                <a:lnTo>
                  <a:pt x="13841" y="605135"/>
                </a:lnTo>
                <a:cubicBezTo>
                  <a:pt x="-4762" y="586532"/>
                  <a:pt x="-4762" y="556320"/>
                  <a:pt x="13841" y="537716"/>
                </a:cubicBezTo>
                <a:lnTo>
                  <a:pt x="156716" y="394841"/>
                </a:lnTo>
                <a:cubicBezTo>
                  <a:pt x="170408" y="381149"/>
                  <a:pt x="190798" y="377130"/>
                  <a:pt x="208657" y="384572"/>
                </a:cubicBezTo>
                <a:cubicBezTo>
                  <a:pt x="226516" y="392013"/>
                  <a:pt x="238125" y="409426"/>
                  <a:pt x="238125" y="428625"/>
                </a:cubicBezTo>
                <a:lnTo>
                  <a:pt x="238125" y="523875"/>
                </a:lnTo>
                <a:lnTo>
                  <a:pt x="714375" y="523875"/>
                </a:lnTo>
                <a:cubicBezTo>
                  <a:pt x="740718" y="523875"/>
                  <a:pt x="762000" y="545157"/>
                  <a:pt x="762000" y="571500"/>
                </a:cubicBezTo>
                <a:cubicBezTo>
                  <a:pt x="762000" y="597843"/>
                  <a:pt x="740718" y="619125"/>
                  <a:pt x="714375" y="619125"/>
                </a:cubicBezTo>
                <a:lnTo>
                  <a:pt x="238125" y="619125"/>
                </a:lnTo>
                <a:lnTo>
                  <a:pt x="238125" y="714375"/>
                </a:lnTo>
                <a:cubicBezTo>
                  <a:pt x="238125" y="733574"/>
                  <a:pt x="226516" y="750987"/>
                  <a:pt x="208657" y="758428"/>
                </a:cubicBezTo>
                <a:cubicBezTo>
                  <a:pt x="190798" y="765870"/>
                  <a:pt x="170408" y="761702"/>
                  <a:pt x="156716" y="748159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21" name="Text 19"/>
          <p:cNvSpPr/>
          <p:nvPr/>
        </p:nvSpPr>
        <p:spPr>
          <a:xfrm>
            <a:off x="10900752" y="5945553"/>
            <a:ext cx="3098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DAB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两只手交换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00752" y="6351953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右手心对着左手背，再搓一遍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1176" y="7278076"/>
            <a:ext cx="6335346" cy="887046"/>
          </a:xfrm>
          <a:custGeom>
            <a:avLst/>
            <a:gdLst/>
            <a:ahLst/>
            <a:cxnLst/>
            <a:rect l="l" t="t" r="r" b="b"/>
            <a:pathLst>
              <a:path w="6335346" h="887046">
                <a:moveTo>
                  <a:pt x="203196" y="0"/>
                </a:moveTo>
                <a:lnTo>
                  <a:pt x="6132150" y="0"/>
                </a:lnTo>
                <a:cubicBezTo>
                  <a:pt x="6244372" y="0"/>
                  <a:pt x="6335346" y="90974"/>
                  <a:pt x="6335346" y="203196"/>
                </a:cubicBezTo>
                <a:lnTo>
                  <a:pt x="6335346" y="683850"/>
                </a:lnTo>
                <a:cubicBezTo>
                  <a:pt x="6335346" y="796072"/>
                  <a:pt x="6244372" y="887046"/>
                  <a:pt x="6132150" y="887046"/>
                </a:cubicBezTo>
                <a:lnTo>
                  <a:pt x="203196" y="887046"/>
                </a:lnTo>
                <a:cubicBezTo>
                  <a:pt x="90974" y="887046"/>
                  <a:pt x="0" y="796072"/>
                  <a:pt x="0" y="683850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FDE47F">
              <a:alpha val="20000"/>
            </a:srgbClr>
          </a:solidFill>
          <a:ln w="23446">
            <a:solidFill>
              <a:srgbClr val="FDE4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920" y="7598513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5" name="Text 23"/>
          <p:cNvSpPr/>
          <p:nvPr/>
        </p:nvSpPr>
        <p:spPr>
          <a:xfrm>
            <a:off x="10022498" y="7543800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小贴士：</a:t>
            </a: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手背也要搓出泡泡哦！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533400" y="0"/>
                </a:moveTo>
                <a:lnTo>
                  <a:pt x="723900" y="0"/>
                </a:lnTo>
                <a:cubicBezTo>
                  <a:pt x="1018291" y="0"/>
                  <a:pt x="1257300" y="239009"/>
                  <a:pt x="1257300" y="533400"/>
                </a:cubicBezTo>
                <a:lnTo>
                  <a:pt x="1257300" y="533400"/>
                </a:lnTo>
                <a:cubicBezTo>
                  <a:pt x="1257300" y="827791"/>
                  <a:pt x="1018291" y="1066800"/>
                  <a:pt x="7239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535353"/>
            <a:ext cx="829163" cy="1008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72164" y="736600"/>
            <a:ext cx="5676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DE47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第三步：夹——搓指缝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446" y="1953846"/>
            <a:ext cx="8428892" cy="6663592"/>
          </a:xfrm>
          <a:custGeom>
            <a:avLst/>
            <a:gdLst/>
            <a:ahLst/>
            <a:cxnLst/>
            <a:rect l="l" t="t" r="r" b="b"/>
            <a:pathLst>
              <a:path w="8428892" h="6663592">
                <a:moveTo>
                  <a:pt x="304793" y="0"/>
                </a:moveTo>
                <a:lnTo>
                  <a:pt x="8124100" y="0"/>
                </a:lnTo>
                <a:cubicBezTo>
                  <a:pt x="8292432" y="0"/>
                  <a:pt x="8428892" y="136460"/>
                  <a:pt x="8428892" y="304793"/>
                </a:cubicBezTo>
                <a:lnTo>
                  <a:pt x="8428892" y="6358800"/>
                </a:lnTo>
                <a:cubicBezTo>
                  <a:pt x="8428892" y="6527132"/>
                  <a:pt x="8292432" y="6663592"/>
                  <a:pt x="8124100" y="6663592"/>
                </a:cubicBezTo>
                <a:lnTo>
                  <a:pt x="304793" y="6663592"/>
                </a:lnTo>
                <a:cubicBezTo>
                  <a:pt x="136460" y="6663592"/>
                  <a:pt x="0" y="6527132"/>
                  <a:pt x="0" y="6358800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FDE47F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-2700000">
            <a:off x="3914191" y="2546871"/>
            <a:ext cx="1143000" cy="1524000"/>
          </a:xfrm>
          <a:custGeom>
            <a:avLst/>
            <a:gdLst/>
            <a:ahLst/>
            <a:cxnLst/>
            <a:rect l="l" t="t" r="r" b="b"/>
            <a:pathLst>
              <a:path w="1143000" h="1524000">
                <a:moveTo>
                  <a:pt x="22027" y="754856"/>
                </a:moveTo>
                <a:cubicBezTo>
                  <a:pt x="7739" y="731937"/>
                  <a:pt x="0" y="705743"/>
                  <a:pt x="0" y="678656"/>
                </a:cubicBezTo>
                <a:lnTo>
                  <a:pt x="0" y="571500"/>
                </a:lnTo>
                <a:cubicBezTo>
                  <a:pt x="0" y="492621"/>
                  <a:pt x="63996" y="428625"/>
                  <a:pt x="142875" y="428625"/>
                </a:cubicBezTo>
                <a:lnTo>
                  <a:pt x="190500" y="428625"/>
                </a:lnTo>
                <a:lnTo>
                  <a:pt x="190500" y="190500"/>
                </a:lnTo>
                <a:cubicBezTo>
                  <a:pt x="190500" y="111621"/>
                  <a:pt x="254496" y="47625"/>
                  <a:pt x="333375" y="47625"/>
                </a:cubicBezTo>
                <a:cubicBezTo>
                  <a:pt x="384870" y="47625"/>
                  <a:pt x="429816" y="74712"/>
                  <a:pt x="455116" y="115491"/>
                </a:cubicBezTo>
                <a:cubicBezTo>
                  <a:pt x="467916" y="49709"/>
                  <a:pt x="525959" y="0"/>
                  <a:pt x="595313" y="0"/>
                </a:cubicBezTo>
                <a:cubicBezTo>
                  <a:pt x="664964" y="0"/>
                  <a:pt x="723007" y="50006"/>
                  <a:pt x="735509" y="115788"/>
                </a:cubicBezTo>
                <a:cubicBezTo>
                  <a:pt x="757238" y="102691"/>
                  <a:pt x="782538" y="95250"/>
                  <a:pt x="809625" y="95250"/>
                </a:cubicBezTo>
                <a:cubicBezTo>
                  <a:pt x="875407" y="95250"/>
                  <a:pt x="931069" y="139898"/>
                  <a:pt x="947440" y="200620"/>
                </a:cubicBezTo>
                <a:cubicBezTo>
                  <a:pt x="963811" y="194072"/>
                  <a:pt x="981373" y="190500"/>
                  <a:pt x="1000125" y="190500"/>
                </a:cubicBezTo>
                <a:cubicBezTo>
                  <a:pt x="1079004" y="190500"/>
                  <a:pt x="1143000" y="254496"/>
                  <a:pt x="1143000" y="333375"/>
                </a:cubicBezTo>
                <a:lnTo>
                  <a:pt x="1143000" y="621804"/>
                </a:lnTo>
                <a:cubicBezTo>
                  <a:pt x="1143000" y="651272"/>
                  <a:pt x="1136154" y="680442"/>
                  <a:pt x="1122759" y="706934"/>
                </a:cubicBezTo>
                <a:lnTo>
                  <a:pt x="1004887" y="942380"/>
                </a:lnTo>
                <a:cubicBezTo>
                  <a:pt x="972741" y="1006971"/>
                  <a:pt x="906661" y="1047750"/>
                  <a:pt x="834628" y="1047750"/>
                </a:cubicBezTo>
                <a:lnTo>
                  <a:pt x="285750" y="1047750"/>
                </a:lnTo>
                <a:cubicBezTo>
                  <a:pt x="236637" y="1047750"/>
                  <a:pt x="191095" y="1022747"/>
                  <a:pt x="164902" y="981075"/>
                </a:cubicBezTo>
                <a:lnTo>
                  <a:pt x="22027" y="754856"/>
                </a:lnTo>
                <a:close/>
                <a:moveTo>
                  <a:pt x="95250" y="1428750"/>
                </a:moveTo>
                <a:lnTo>
                  <a:pt x="95250" y="1285875"/>
                </a:lnTo>
                <a:cubicBezTo>
                  <a:pt x="95250" y="1233190"/>
                  <a:pt x="137815" y="1190625"/>
                  <a:pt x="190500" y="1190625"/>
                </a:cubicBezTo>
                <a:lnTo>
                  <a:pt x="952500" y="1190625"/>
                </a:lnTo>
                <a:cubicBezTo>
                  <a:pt x="1005185" y="1190625"/>
                  <a:pt x="1047750" y="1233190"/>
                  <a:pt x="1047750" y="1285875"/>
                </a:cubicBezTo>
                <a:lnTo>
                  <a:pt x="1047750" y="1428750"/>
                </a:lnTo>
                <a:cubicBezTo>
                  <a:pt x="1047750" y="1481435"/>
                  <a:pt x="1005185" y="1524000"/>
                  <a:pt x="952500" y="1524000"/>
                </a:cubicBezTo>
                <a:lnTo>
                  <a:pt x="190500" y="1524000"/>
                </a:lnTo>
                <a:cubicBezTo>
                  <a:pt x="137815" y="1524000"/>
                  <a:pt x="95250" y="1481435"/>
                  <a:pt x="95250" y="1428750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7" name="Shape 5"/>
          <p:cNvSpPr/>
          <p:nvPr/>
        </p:nvSpPr>
        <p:spPr>
          <a:xfrm>
            <a:off x="859692" y="4826000"/>
            <a:ext cx="7772400" cy="1625600"/>
          </a:xfrm>
          <a:custGeom>
            <a:avLst/>
            <a:gdLst/>
            <a:ahLst/>
            <a:cxnLst/>
            <a:rect l="l" t="t" r="r" b="b"/>
            <a:pathLst>
              <a:path w="7772400" h="1625600">
                <a:moveTo>
                  <a:pt x="203200" y="0"/>
                </a:moveTo>
                <a:lnTo>
                  <a:pt x="7569200" y="0"/>
                </a:lnTo>
                <a:cubicBezTo>
                  <a:pt x="7681349" y="0"/>
                  <a:pt x="7772400" y="91051"/>
                  <a:pt x="7772400" y="203200"/>
                </a:cubicBezTo>
                <a:lnTo>
                  <a:pt x="7772400" y="1422400"/>
                </a:lnTo>
                <a:cubicBezTo>
                  <a:pt x="7772400" y="1534549"/>
                  <a:pt x="7681349" y="1625600"/>
                  <a:pt x="75692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DE47F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69242" y="5130800"/>
            <a:ext cx="735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DE4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掌心相对，十指交叉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292" y="5740400"/>
            <a:ext cx="731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沿着指缝互相搓洗，指缝里也要洗干净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3492" y="6756400"/>
            <a:ext cx="79248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手指交叉叉，像夹夹子一样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指缝里面搓一搓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89452" y="2389560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789502" y="269436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78656" y="333375"/>
                </a:moveTo>
                <a:lnTo>
                  <a:pt x="464344" y="333375"/>
                </a:lnTo>
                <a:cubicBezTo>
                  <a:pt x="444550" y="333375"/>
                  <a:pt x="428625" y="317450"/>
                  <a:pt x="428625" y="297656"/>
                </a:cubicBezTo>
                <a:lnTo>
                  <a:pt x="428625" y="83344"/>
                </a:lnTo>
                <a:cubicBezTo>
                  <a:pt x="428625" y="68907"/>
                  <a:pt x="437257" y="55811"/>
                  <a:pt x="450652" y="50304"/>
                </a:cubicBezTo>
                <a:cubicBezTo>
                  <a:pt x="464046" y="44797"/>
                  <a:pt x="479375" y="47923"/>
                  <a:pt x="489645" y="58043"/>
                </a:cubicBezTo>
                <a:lnTo>
                  <a:pt x="549176" y="117574"/>
                </a:lnTo>
                <a:lnTo>
                  <a:pt x="658416" y="8334"/>
                </a:lnTo>
                <a:cubicBezTo>
                  <a:pt x="663773" y="2977"/>
                  <a:pt x="671066" y="0"/>
                  <a:pt x="678656" y="0"/>
                </a:cubicBezTo>
                <a:cubicBezTo>
                  <a:pt x="686246" y="0"/>
                  <a:pt x="693539" y="2977"/>
                  <a:pt x="699046" y="8483"/>
                </a:cubicBezTo>
                <a:lnTo>
                  <a:pt x="753666" y="63103"/>
                </a:lnTo>
                <a:cubicBezTo>
                  <a:pt x="759023" y="68461"/>
                  <a:pt x="762000" y="75754"/>
                  <a:pt x="762000" y="83344"/>
                </a:cubicBezTo>
                <a:cubicBezTo>
                  <a:pt x="762000" y="90934"/>
                  <a:pt x="759023" y="98227"/>
                  <a:pt x="753517" y="103733"/>
                </a:cubicBezTo>
                <a:lnTo>
                  <a:pt x="644426" y="212824"/>
                </a:lnTo>
                <a:lnTo>
                  <a:pt x="703957" y="272355"/>
                </a:lnTo>
                <a:cubicBezTo>
                  <a:pt x="714226" y="282625"/>
                  <a:pt x="717203" y="297954"/>
                  <a:pt x="711696" y="311348"/>
                </a:cubicBezTo>
                <a:cubicBezTo>
                  <a:pt x="706189" y="324743"/>
                  <a:pt x="693093" y="333375"/>
                  <a:pt x="678656" y="333375"/>
                </a:cubicBezTo>
                <a:close/>
                <a:moveTo>
                  <a:pt x="678656" y="428625"/>
                </a:moveTo>
                <a:cubicBezTo>
                  <a:pt x="693093" y="428625"/>
                  <a:pt x="706189" y="437257"/>
                  <a:pt x="711696" y="450652"/>
                </a:cubicBezTo>
                <a:cubicBezTo>
                  <a:pt x="717203" y="464046"/>
                  <a:pt x="714226" y="479375"/>
                  <a:pt x="703957" y="489645"/>
                </a:cubicBezTo>
                <a:lnTo>
                  <a:pt x="644426" y="549176"/>
                </a:lnTo>
                <a:lnTo>
                  <a:pt x="753666" y="658416"/>
                </a:lnTo>
                <a:cubicBezTo>
                  <a:pt x="759023" y="663773"/>
                  <a:pt x="762149" y="671066"/>
                  <a:pt x="762149" y="678805"/>
                </a:cubicBezTo>
                <a:cubicBezTo>
                  <a:pt x="762149" y="686544"/>
                  <a:pt x="759172" y="693688"/>
                  <a:pt x="753666" y="699195"/>
                </a:cubicBezTo>
                <a:lnTo>
                  <a:pt x="699046" y="753814"/>
                </a:lnTo>
                <a:cubicBezTo>
                  <a:pt x="693539" y="759023"/>
                  <a:pt x="686246" y="762000"/>
                  <a:pt x="678656" y="762000"/>
                </a:cubicBezTo>
                <a:cubicBezTo>
                  <a:pt x="671066" y="762000"/>
                  <a:pt x="663773" y="759023"/>
                  <a:pt x="658267" y="753517"/>
                </a:cubicBezTo>
                <a:lnTo>
                  <a:pt x="549176" y="644426"/>
                </a:lnTo>
                <a:lnTo>
                  <a:pt x="489645" y="703957"/>
                </a:lnTo>
                <a:cubicBezTo>
                  <a:pt x="479375" y="714226"/>
                  <a:pt x="464046" y="717203"/>
                  <a:pt x="450652" y="711696"/>
                </a:cubicBezTo>
                <a:cubicBezTo>
                  <a:pt x="437257" y="706189"/>
                  <a:pt x="428625" y="693093"/>
                  <a:pt x="428625" y="678656"/>
                </a:cubicBezTo>
                <a:lnTo>
                  <a:pt x="428625" y="464344"/>
                </a:lnTo>
                <a:cubicBezTo>
                  <a:pt x="428625" y="444550"/>
                  <a:pt x="444550" y="428625"/>
                  <a:pt x="464344" y="428625"/>
                </a:cubicBezTo>
                <a:lnTo>
                  <a:pt x="678656" y="428625"/>
                </a:lnTo>
                <a:close/>
                <a:moveTo>
                  <a:pt x="297656" y="428625"/>
                </a:moveTo>
                <a:cubicBezTo>
                  <a:pt x="317450" y="428625"/>
                  <a:pt x="333375" y="444550"/>
                  <a:pt x="333375" y="464344"/>
                </a:cubicBezTo>
                <a:lnTo>
                  <a:pt x="333375" y="678656"/>
                </a:lnTo>
                <a:cubicBezTo>
                  <a:pt x="333375" y="693093"/>
                  <a:pt x="324743" y="706189"/>
                  <a:pt x="311348" y="711696"/>
                </a:cubicBezTo>
                <a:cubicBezTo>
                  <a:pt x="297954" y="717203"/>
                  <a:pt x="282625" y="714226"/>
                  <a:pt x="272355" y="703957"/>
                </a:cubicBezTo>
                <a:lnTo>
                  <a:pt x="212824" y="644426"/>
                </a:lnTo>
                <a:lnTo>
                  <a:pt x="103584" y="753666"/>
                </a:lnTo>
                <a:cubicBezTo>
                  <a:pt x="98227" y="759023"/>
                  <a:pt x="90934" y="762000"/>
                  <a:pt x="83344" y="762000"/>
                </a:cubicBezTo>
                <a:cubicBezTo>
                  <a:pt x="75754" y="762000"/>
                  <a:pt x="68461" y="759023"/>
                  <a:pt x="62954" y="753517"/>
                </a:cubicBezTo>
                <a:lnTo>
                  <a:pt x="8483" y="699046"/>
                </a:lnTo>
                <a:cubicBezTo>
                  <a:pt x="2977" y="693539"/>
                  <a:pt x="0" y="686246"/>
                  <a:pt x="0" y="678656"/>
                </a:cubicBezTo>
                <a:cubicBezTo>
                  <a:pt x="0" y="671066"/>
                  <a:pt x="2977" y="663773"/>
                  <a:pt x="8483" y="658267"/>
                </a:cubicBezTo>
                <a:lnTo>
                  <a:pt x="117574" y="549176"/>
                </a:lnTo>
                <a:lnTo>
                  <a:pt x="58043" y="489645"/>
                </a:lnTo>
                <a:cubicBezTo>
                  <a:pt x="47774" y="479375"/>
                  <a:pt x="44797" y="464046"/>
                  <a:pt x="50304" y="450652"/>
                </a:cubicBezTo>
                <a:cubicBezTo>
                  <a:pt x="55811" y="437257"/>
                  <a:pt x="68907" y="428625"/>
                  <a:pt x="83344" y="428625"/>
                </a:cubicBezTo>
                <a:lnTo>
                  <a:pt x="297656" y="428625"/>
                </a:lnTo>
                <a:close/>
                <a:moveTo>
                  <a:pt x="83344" y="333375"/>
                </a:moveTo>
                <a:cubicBezTo>
                  <a:pt x="68907" y="333375"/>
                  <a:pt x="55811" y="324743"/>
                  <a:pt x="50304" y="311348"/>
                </a:cubicBezTo>
                <a:cubicBezTo>
                  <a:pt x="44797" y="297954"/>
                  <a:pt x="47923" y="282625"/>
                  <a:pt x="58043" y="272355"/>
                </a:cubicBezTo>
                <a:lnTo>
                  <a:pt x="117574" y="212824"/>
                </a:lnTo>
                <a:lnTo>
                  <a:pt x="8483" y="103733"/>
                </a:lnTo>
                <a:cubicBezTo>
                  <a:pt x="2977" y="98227"/>
                  <a:pt x="0" y="90934"/>
                  <a:pt x="0" y="83344"/>
                </a:cubicBezTo>
                <a:cubicBezTo>
                  <a:pt x="0" y="75754"/>
                  <a:pt x="2977" y="68461"/>
                  <a:pt x="8483" y="62954"/>
                </a:cubicBezTo>
                <a:lnTo>
                  <a:pt x="62954" y="8483"/>
                </a:lnTo>
                <a:cubicBezTo>
                  <a:pt x="68461" y="2977"/>
                  <a:pt x="75754" y="0"/>
                  <a:pt x="83344" y="0"/>
                </a:cubicBezTo>
                <a:cubicBezTo>
                  <a:pt x="90934" y="0"/>
                  <a:pt x="98227" y="2977"/>
                  <a:pt x="103733" y="8483"/>
                </a:cubicBezTo>
                <a:lnTo>
                  <a:pt x="212824" y="117574"/>
                </a:lnTo>
                <a:lnTo>
                  <a:pt x="272355" y="58043"/>
                </a:lnTo>
                <a:cubicBezTo>
                  <a:pt x="282625" y="47774"/>
                  <a:pt x="297954" y="44797"/>
                  <a:pt x="311348" y="50304"/>
                </a:cubicBezTo>
                <a:cubicBezTo>
                  <a:pt x="324743" y="55811"/>
                  <a:pt x="333375" y="68907"/>
                  <a:pt x="333375" y="83344"/>
                </a:cubicBezTo>
                <a:lnTo>
                  <a:pt x="333375" y="297656"/>
                </a:lnTo>
                <a:cubicBezTo>
                  <a:pt x="333375" y="317450"/>
                  <a:pt x="317450" y="333375"/>
                  <a:pt x="297656" y="333375"/>
                </a:cubicBezTo>
                <a:lnTo>
                  <a:pt x="83344" y="333375"/>
                </a:lnTo>
                <a:close/>
              </a:path>
            </a:pathLst>
          </a:custGeom>
          <a:solidFill>
            <a:srgbClr val="FDE47F"/>
          </a:solidFill>
        </p:spPr>
      </p:sp>
      <p:sp>
        <p:nvSpPr>
          <p:cNvPr id="13" name="Text 11"/>
          <p:cNvSpPr/>
          <p:nvPr/>
        </p:nvSpPr>
        <p:spPr>
          <a:xfrm>
            <a:off x="10900752" y="2694360"/>
            <a:ext cx="264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双手十指交叉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0752" y="3100760"/>
            <a:ext cx="262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两只手的手指交叉在一起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9452" y="4015160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89502" y="431996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05135" y="748010"/>
                </a:moveTo>
                <a:lnTo>
                  <a:pt x="748010" y="605135"/>
                </a:lnTo>
                <a:cubicBezTo>
                  <a:pt x="761702" y="591443"/>
                  <a:pt x="765721" y="571054"/>
                  <a:pt x="758279" y="553194"/>
                </a:cubicBezTo>
                <a:cubicBezTo>
                  <a:pt x="750838" y="535335"/>
                  <a:pt x="733574" y="523875"/>
                  <a:pt x="714375" y="523875"/>
                </a:cubicBezTo>
                <a:lnTo>
                  <a:pt x="619125" y="523875"/>
                </a:lnTo>
                <a:lnTo>
                  <a:pt x="619125" y="47625"/>
                </a:lnTo>
                <a:cubicBezTo>
                  <a:pt x="619125" y="21282"/>
                  <a:pt x="597843" y="0"/>
                  <a:pt x="571500" y="0"/>
                </a:cubicBezTo>
                <a:cubicBezTo>
                  <a:pt x="545157" y="0"/>
                  <a:pt x="523875" y="21282"/>
                  <a:pt x="523875" y="47625"/>
                </a:cubicBezTo>
                <a:lnTo>
                  <a:pt x="523875" y="523875"/>
                </a:lnTo>
                <a:lnTo>
                  <a:pt x="428625" y="523875"/>
                </a:lnTo>
                <a:cubicBezTo>
                  <a:pt x="409426" y="523875"/>
                  <a:pt x="392013" y="535484"/>
                  <a:pt x="384572" y="553343"/>
                </a:cubicBezTo>
                <a:cubicBezTo>
                  <a:pt x="377130" y="571202"/>
                  <a:pt x="381298" y="591592"/>
                  <a:pt x="394841" y="605284"/>
                </a:cubicBezTo>
                <a:lnTo>
                  <a:pt x="537716" y="748159"/>
                </a:lnTo>
                <a:cubicBezTo>
                  <a:pt x="556320" y="766763"/>
                  <a:pt x="586532" y="766763"/>
                  <a:pt x="605135" y="748159"/>
                </a:cubicBezTo>
                <a:close/>
                <a:moveTo>
                  <a:pt x="224135" y="13990"/>
                </a:moveTo>
                <a:cubicBezTo>
                  <a:pt x="205532" y="-4614"/>
                  <a:pt x="175320" y="-4614"/>
                  <a:pt x="156716" y="13990"/>
                </a:cubicBezTo>
                <a:lnTo>
                  <a:pt x="13841" y="156865"/>
                </a:lnTo>
                <a:cubicBezTo>
                  <a:pt x="149" y="170557"/>
                  <a:pt x="-3870" y="190946"/>
                  <a:pt x="3572" y="208806"/>
                </a:cubicBezTo>
                <a:cubicBezTo>
                  <a:pt x="11013" y="226665"/>
                  <a:pt x="28426" y="238125"/>
                  <a:pt x="47625" y="238125"/>
                </a:cubicBezTo>
                <a:lnTo>
                  <a:pt x="142875" y="238125"/>
                </a:lnTo>
                <a:lnTo>
                  <a:pt x="142875" y="714375"/>
                </a:lnTo>
                <a:cubicBezTo>
                  <a:pt x="142875" y="740718"/>
                  <a:pt x="164157" y="762000"/>
                  <a:pt x="190500" y="762000"/>
                </a:cubicBezTo>
                <a:cubicBezTo>
                  <a:pt x="216843" y="762000"/>
                  <a:pt x="238125" y="740718"/>
                  <a:pt x="238125" y="714375"/>
                </a:cubicBezTo>
                <a:lnTo>
                  <a:pt x="238125" y="238125"/>
                </a:lnTo>
                <a:lnTo>
                  <a:pt x="333375" y="238125"/>
                </a:lnTo>
                <a:cubicBezTo>
                  <a:pt x="352574" y="238125"/>
                  <a:pt x="369987" y="226516"/>
                  <a:pt x="377428" y="208657"/>
                </a:cubicBezTo>
                <a:cubicBezTo>
                  <a:pt x="384870" y="190798"/>
                  <a:pt x="380702" y="170408"/>
                  <a:pt x="367159" y="156716"/>
                </a:cubicBezTo>
                <a:lnTo>
                  <a:pt x="224284" y="13841"/>
                </a:lnTo>
                <a:close/>
              </a:path>
            </a:pathLst>
          </a:custGeom>
          <a:solidFill>
            <a:srgbClr val="89CFF0"/>
          </a:solidFill>
        </p:spPr>
      </p:sp>
      <p:sp>
        <p:nvSpPr>
          <p:cNvPr id="17" name="Text 15"/>
          <p:cNvSpPr/>
          <p:nvPr/>
        </p:nvSpPr>
        <p:spPr>
          <a:xfrm>
            <a:off x="10900752" y="4319960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上下搓动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00752" y="4726360"/>
            <a:ext cx="194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沿着指缝上下搓洗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89452" y="5640760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84752" y="594556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371921" y="99417"/>
                </a:moveTo>
                <a:cubicBezTo>
                  <a:pt x="387400" y="78135"/>
                  <a:pt x="382637" y="48369"/>
                  <a:pt x="361355" y="32891"/>
                </a:cubicBezTo>
                <a:cubicBezTo>
                  <a:pt x="340072" y="17413"/>
                  <a:pt x="310307" y="22175"/>
                  <a:pt x="294829" y="43458"/>
                </a:cubicBezTo>
                <a:lnTo>
                  <a:pt x="137071" y="260300"/>
                </a:lnTo>
                <a:lnTo>
                  <a:pt x="81260" y="204490"/>
                </a:lnTo>
                <a:cubicBezTo>
                  <a:pt x="62657" y="185886"/>
                  <a:pt x="32445" y="185886"/>
                  <a:pt x="13841" y="204490"/>
                </a:cubicBezTo>
                <a:cubicBezTo>
                  <a:pt x="-4762" y="223093"/>
                  <a:pt x="-4762" y="253305"/>
                  <a:pt x="13841" y="271909"/>
                </a:cubicBezTo>
                <a:lnTo>
                  <a:pt x="109091" y="367159"/>
                </a:lnTo>
                <a:cubicBezTo>
                  <a:pt x="118914" y="376982"/>
                  <a:pt x="132606" y="382042"/>
                  <a:pt x="146447" y="381000"/>
                </a:cubicBezTo>
                <a:cubicBezTo>
                  <a:pt x="160288" y="379958"/>
                  <a:pt x="173087" y="372814"/>
                  <a:pt x="181273" y="361504"/>
                </a:cubicBezTo>
                <a:lnTo>
                  <a:pt x="371773" y="99566"/>
                </a:lnTo>
                <a:close/>
                <a:moveTo>
                  <a:pt x="562421" y="301823"/>
                </a:moveTo>
                <a:cubicBezTo>
                  <a:pt x="577900" y="280541"/>
                  <a:pt x="573137" y="250775"/>
                  <a:pt x="551855" y="235297"/>
                </a:cubicBezTo>
                <a:cubicBezTo>
                  <a:pt x="530572" y="219819"/>
                  <a:pt x="500807" y="224582"/>
                  <a:pt x="485329" y="245864"/>
                </a:cubicBezTo>
                <a:lnTo>
                  <a:pt x="232321" y="593675"/>
                </a:lnTo>
                <a:lnTo>
                  <a:pt x="128885" y="490240"/>
                </a:lnTo>
                <a:cubicBezTo>
                  <a:pt x="110282" y="471636"/>
                  <a:pt x="80070" y="471636"/>
                  <a:pt x="61466" y="490240"/>
                </a:cubicBezTo>
                <a:cubicBezTo>
                  <a:pt x="42862" y="508843"/>
                  <a:pt x="42862" y="539055"/>
                  <a:pt x="61466" y="557659"/>
                </a:cubicBezTo>
                <a:lnTo>
                  <a:pt x="204341" y="700534"/>
                </a:lnTo>
                <a:cubicBezTo>
                  <a:pt x="214164" y="710357"/>
                  <a:pt x="227856" y="715417"/>
                  <a:pt x="241697" y="714375"/>
                </a:cubicBezTo>
                <a:cubicBezTo>
                  <a:pt x="255538" y="713333"/>
                  <a:pt x="268337" y="706189"/>
                  <a:pt x="276523" y="694879"/>
                </a:cubicBezTo>
                <a:lnTo>
                  <a:pt x="562273" y="301972"/>
                </a:lnTo>
                <a:close/>
              </a:path>
            </a:pathLst>
          </a:custGeom>
          <a:solidFill>
            <a:srgbClr val="FDE47F"/>
          </a:solidFill>
        </p:spPr>
      </p:sp>
      <p:sp>
        <p:nvSpPr>
          <p:cNvPr id="21" name="Text 19"/>
          <p:cNvSpPr/>
          <p:nvPr/>
        </p:nvSpPr>
        <p:spPr>
          <a:xfrm>
            <a:off x="10900752" y="5945560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DE4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指缝要洗干净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00752" y="6351960"/>
            <a:ext cx="194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每个指缝都要搓到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1176" y="7278083"/>
            <a:ext cx="6335346" cy="887046"/>
          </a:xfrm>
          <a:custGeom>
            <a:avLst/>
            <a:gdLst/>
            <a:ahLst/>
            <a:cxnLst/>
            <a:rect l="l" t="t" r="r" b="b"/>
            <a:pathLst>
              <a:path w="6335346" h="887046">
                <a:moveTo>
                  <a:pt x="203196" y="0"/>
                </a:moveTo>
                <a:lnTo>
                  <a:pt x="6132150" y="0"/>
                </a:lnTo>
                <a:cubicBezTo>
                  <a:pt x="6244372" y="0"/>
                  <a:pt x="6335346" y="90974"/>
                  <a:pt x="6335346" y="203196"/>
                </a:cubicBezTo>
                <a:lnTo>
                  <a:pt x="6335346" y="683850"/>
                </a:lnTo>
                <a:cubicBezTo>
                  <a:pt x="6335346" y="796072"/>
                  <a:pt x="6244372" y="887046"/>
                  <a:pt x="6132150" y="887046"/>
                </a:cubicBezTo>
                <a:lnTo>
                  <a:pt x="203196" y="887046"/>
                </a:lnTo>
                <a:cubicBezTo>
                  <a:pt x="90974" y="887046"/>
                  <a:pt x="0" y="796072"/>
                  <a:pt x="0" y="683850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89CFF0">
              <a:alpha val="20000"/>
            </a:srgbClr>
          </a:solidFill>
          <a:ln w="23446">
            <a:solidFill>
              <a:srgbClr val="89C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80920" y="7598513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25" name="Text 23"/>
          <p:cNvSpPr/>
          <p:nvPr/>
        </p:nvSpPr>
        <p:spPr>
          <a:xfrm>
            <a:off x="10022498" y="7543800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小贴士：</a:t>
            </a: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指缝里最容易藏细菌啦！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533400" y="0"/>
                </a:moveTo>
                <a:lnTo>
                  <a:pt x="723900" y="0"/>
                </a:lnTo>
                <a:cubicBezTo>
                  <a:pt x="1018291" y="0"/>
                  <a:pt x="1257300" y="239009"/>
                  <a:pt x="1257300" y="533400"/>
                </a:cubicBezTo>
                <a:lnTo>
                  <a:pt x="1257300" y="533400"/>
                </a:lnTo>
                <a:cubicBezTo>
                  <a:pt x="1257300" y="827791"/>
                  <a:pt x="1018291" y="1066800"/>
                  <a:pt x="7239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535360"/>
            <a:ext cx="827576" cy="1008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70576" y="736600"/>
            <a:ext cx="5676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第四步：弓——搓指背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446" y="1953846"/>
            <a:ext cx="8428892" cy="6663592"/>
          </a:xfrm>
          <a:custGeom>
            <a:avLst/>
            <a:gdLst/>
            <a:ahLst/>
            <a:cxnLst/>
            <a:rect l="l" t="t" r="r" b="b"/>
            <a:pathLst>
              <a:path w="8428892" h="6663592">
                <a:moveTo>
                  <a:pt x="304793" y="0"/>
                </a:moveTo>
                <a:lnTo>
                  <a:pt x="8124100" y="0"/>
                </a:lnTo>
                <a:cubicBezTo>
                  <a:pt x="8292432" y="0"/>
                  <a:pt x="8428892" y="136460"/>
                  <a:pt x="8428892" y="304793"/>
                </a:cubicBezTo>
                <a:lnTo>
                  <a:pt x="8428892" y="6358800"/>
                </a:lnTo>
                <a:cubicBezTo>
                  <a:pt x="8428892" y="6527132"/>
                  <a:pt x="8292432" y="6663592"/>
                  <a:pt x="8124100" y="6663592"/>
                </a:cubicBezTo>
                <a:lnTo>
                  <a:pt x="304793" y="6663592"/>
                </a:lnTo>
                <a:cubicBezTo>
                  <a:pt x="136460" y="6663592"/>
                  <a:pt x="0" y="6527132"/>
                  <a:pt x="0" y="6358800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89CFF0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74026" y="2997200"/>
            <a:ext cx="1143000" cy="1524000"/>
          </a:xfrm>
          <a:custGeom>
            <a:avLst/>
            <a:gdLst/>
            <a:ahLst/>
            <a:cxnLst/>
            <a:rect l="l" t="t" r="r" b="b"/>
            <a:pathLst>
              <a:path w="1143000" h="1524000">
                <a:moveTo>
                  <a:pt x="476250" y="0"/>
                </a:moveTo>
                <a:cubicBezTo>
                  <a:pt x="528935" y="0"/>
                  <a:pt x="571500" y="42565"/>
                  <a:pt x="571500" y="95250"/>
                </a:cubicBezTo>
                <a:lnTo>
                  <a:pt x="571500" y="428625"/>
                </a:lnTo>
                <a:lnTo>
                  <a:pt x="381000" y="428625"/>
                </a:lnTo>
                <a:lnTo>
                  <a:pt x="381000" y="95250"/>
                </a:lnTo>
                <a:cubicBezTo>
                  <a:pt x="381000" y="42565"/>
                  <a:pt x="423565" y="0"/>
                  <a:pt x="476250" y="0"/>
                </a:cubicBezTo>
                <a:close/>
                <a:moveTo>
                  <a:pt x="95250" y="190500"/>
                </a:moveTo>
                <a:cubicBezTo>
                  <a:pt x="95250" y="137815"/>
                  <a:pt x="137815" y="95250"/>
                  <a:pt x="190500" y="95250"/>
                </a:cubicBezTo>
                <a:cubicBezTo>
                  <a:pt x="243185" y="95250"/>
                  <a:pt x="285750" y="137815"/>
                  <a:pt x="285750" y="190500"/>
                </a:cubicBezTo>
                <a:lnTo>
                  <a:pt x="285750" y="428625"/>
                </a:lnTo>
                <a:lnTo>
                  <a:pt x="95250" y="428625"/>
                </a:lnTo>
                <a:lnTo>
                  <a:pt x="95250" y="190500"/>
                </a:lnTo>
                <a:close/>
                <a:moveTo>
                  <a:pt x="666750" y="190500"/>
                </a:moveTo>
                <a:cubicBezTo>
                  <a:pt x="666750" y="137815"/>
                  <a:pt x="709315" y="95250"/>
                  <a:pt x="762000" y="95250"/>
                </a:cubicBezTo>
                <a:cubicBezTo>
                  <a:pt x="814685" y="95250"/>
                  <a:pt x="857250" y="137815"/>
                  <a:pt x="857250" y="190500"/>
                </a:cubicBezTo>
                <a:lnTo>
                  <a:pt x="857250" y="476250"/>
                </a:lnTo>
                <a:cubicBezTo>
                  <a:pt x="857250" y="528935"/>
                  <a:pt x="814685" y="571500"/>
                  <a:pt x="762000" y="571500"/>
                </a:cubicBezTo>
                <a:cubicBezTo>
                  <a:pt x="709315" y="571500"/>
                  <a:pt x="666750" y="528935"/>
                  <a:pt x="666750" y="476250"/>
                </a:cubicBezTo>
                <a:lnTo>
                  <a:pt x="666750" y="190500"/>
                </a:lnTo>
                <a:close/>
                <a:moveTo>
                  <a:pt x="952500" y="381000"/>
                </a:moveTo>
                <a:cubicBezTo>
                  <a:pt x="952500" y="328315"/>
                  <a:pt x="995065" y="285750"/>
                  <a:pt x="1047750" y="285750"/>
                </a:cubicBezTo>
                <a:cubicBezTo>
                  <a:pt x="1100435" y="285750"/>
                  <a:pt x="1143000" y="328315"/>
                  <a:pt x="1143000" y="381000"/>
                </a:cubicBezTo>
                <a:lnTo>
                  <a:pt x="1143000" y="571500"/>
                </a:lnTo>
                <a:cubicBezTo>
                  <a:pt x="1143000" y="624185"/>
                  <a:pt x="1100435" y="666750"/>
                  <a:pt x="1047750" y="666750"/>
                </a:cubicBezTo>
                <a:cubicBezTo>
                  <a:pt x="995065" y="666750"/>
                  <a:pt x="952500" y="624185"/>
                  <a:pt x="952500" y="571500"/>
                </a:cubicBezTo>
                <a:lnTo>
                  <a:pt x="952500" y="381000"/>
                </a:lnTo>
                <a:close/>
                <a:moveTo>
                  <a:pt x="666750" y="642938"/>
                </a:moveTo>
                <a:lnTo>
                  <a:pt x="666750" y="641152"/>
                </a:lnTo>
                <a:cubicBezTo>
                  <a:pt x="694730" y="657225"/>
                  <a:pt x="727174" y="666750"/>
                  <a:pt x="762000" y="666750"/>
                </a:cubicBezTo>
                <a:cubicBezTo>
                  <a:pt x="801291" y="666750"/>
                  <a:pt x="837605" y="654844"/>
                  <a:pt x="867966" y="634603"/>
                </a:cubicBezTo>
                <a:cubicBezTo>
                  <a:pt x="893862" y="708720"/>
                  <a:pt x="964704" y="762000"/>
                  <a:pt x="1047750" y="762000"/>
                </a:cubicBezTo>
                <a:cubicBezTo>
                  <a:pt x="1082576" y="762000"/>
                  <a:pt x="1115020" y="752773"/>
                  <a:pt x="1143000" y="736402"/>
                </a:cubicBezTo>
                <a:lnTo>
                  <a:pt x="1143000" y="762000"/>
                </a:lnTo>
                <a:cubicBezTo>
                  <a:pt x="1143000" y="917674"/>
                  <a:pt x="1068288" y="1056084"/>
                  <a:pt x="952500" y="1143000"/>
                </a:cubicBezTo>
                <a:lnTo>
                  <a:pt x="952500" y="1428750"/>
                </a:lnTo>
                <a:cubicBezTo>
                  <a:pt x="952500" y="1481435"/>
                  <a:pt x="909935" y="1524000"/>
                  <a:pt x="857250" y="1524000"/>
                </a:cubicBezTo>
                <a:lnTo>
                  <a:pt x="381000" y="1524000"/>
                </a:lnTo>
                <a:cubicBezTo>
                  <a:pt x="328315" y="1524000"/>
                  <a:pt x="285750" y="1481435"/>
                  <a:pt x="285750" y="1428750"/>
                </a:cubicBezTo>
                <a:lnTo>
                  <a:pt x="285750" y="1195388"/>
                </a:lnTo>
                <a:cubicBezTo>
                  <a:pt x="234255" y="1171873"/>
                  <a:pt x="186928" y="1139428"/>
                  <a:pt x="146149" y="1098649"/>
                </a:cubicBezTo>
                <a:lnTo>
                  <a:pt x="111621" y="1064121"/>
                </a:lnTo>
                <a:cubicBezTo>
                  <a:pt x="40184" y="992684"/>
                  <a:pt x="0" y="895648"/>
                  <a:pt x="0" y="794742"/>
                </a:cubicBezTo>
                <a:lnTo>
                  <a:pt x="0" y="714375"/>
                </a:lnTo>
                <a:cubicBezTo>
                  <a:pt x="0" y="609302"/>
                  <a:pt x="85427" y="523875"/>
                  <a:pt x="190500" y="523875"/>
                </a:cubicBezTo>
                <a:lnTo>
                  <a:pt x="452438" y="523875"/>
                </a:lnTo>
                <a:cubicBezTo>
                  <a:pt x="518220" y="523875"/>
                  <a:pt x="571500" y="577155"/>
                  <a:pt x="571500" y="642938"/>
                </a:cubicBezTo>
                <a:cubicBezTo>
                  <a:pt x="571500" y="708720"/>
                  <a:pt x="518220" y="762000"/>
                  <a:pt x="452438" y="762000"/>
                </a:cubicBezTo>
                <a:lnTo>
                  <a:pt x="285750" y="762000"/>
                </a:lnTo>
                <a:cubicBezTo>
                  <a:pt x="259556" y="762000"/>
                  <a:pt x="238125" y="783431"/>
                  <a:pt x="238125" y="809625"/>
                </a:cubicBezTo>
                <a:cubicBezTo>
                  <a:pt x="238125" y="835819"/>
                  <a:pt x="259556" y="857250"/>
                  <a:pt x="285750" y="857250"/>
                </a:cubicBezTo>
                <a:lnTo>
                  <a:pt x="452438" y="857250"/>
                </a:lnTo>
                <a:cubicBezTo>
                  <a:pt x="570905" y="857250"/>
                  <a:pt x="666750" y="761405"/>
                  <a:pt x="666750" y="642938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7" name="Shape 5"/>
          <p:cNvSpPr/>
          <p:nvPr/>
        </p:nvSpPr>
        <p:spPr>
          <a:xfrm>
            <a:off x="859692" y="4826000"/>
            <a:ext cx="7772400" cy="1625600"/>
          </a:xfrm>
          <a:custGeom>
            <a:avLst/>
            <a:gdLst/>
            <a:ahLst/>
            <a:cxnLst/>
            <a:rect l="l" t="t" r="r" b="b"/>
            <a:pathLst>
              <a:path w="7772400" h="1625600">
                <a:moveTo>
                  <a:pt x="203200" y="0"/>
                </a:moveTo>
                <a:lnTo>
                  <a:pt x="7569200" y="0"/>
                </a:lnTo>
                <a:cubicBezTo>
                  <a:pt x="7681349" y="0"/>
                  <a:pt x="7772400" y="91051"/>
                  <a:pt x="7772400" y="203200"/>
                </a:cubicBezTo>
                <a:lnTo>
                  <a:pt x="7772400" y="1422400"/>
                </a:lnTo>
                <a:cubicBezTo>
                  <a:pt x="7772400" y="1534549"/>
                  <a:pt x="7681349" y="1625600"/>
                  <a:pt x="75692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9CFF0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69242" y="5130806"/>
            <a:ext cx="735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弯曲手指像小弓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292" y="5740406"/>
            <a:ext cx="731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在另一只手的掌心转圈搓洗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3492" y="6756406"/>
            <a:ext cx="79248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手指弯弯像小弓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在掌心里面转圈圈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89452" y="2389560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84752" y="269436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11013" y="377428"/>
                </a:moveTo>
                <a:cubicBezTo>
                  <a:pt x="3870" y="365968"/>
                  <a:pt x="0" y="352871"/>
                  <a:pt x="0" y="339328"/>
                </a:cubicBezTo>
                <a:lnTo>
                  <a:pt x="0" y="285750"/>
                </a:lnTo>
                <a:cubicBezTo>
                  <a:pt x="0" y="246311"/>
                  <a:pt x="31998" y="214313"/>
                  <a:pt x="71438" y="214313"/>
                </a:cubicBezTo>
                <a:lnTo>
                  <a:pt x="95250" y="214313"/>
                </a:lnTo>
                <a:lnTo>
                  <a:pt x="95250" y="95250"/>
                </a:lnTo>
                <a:cubicBezTo>
                  <a:pt x="95250" y="55811"/>
                  <a:pt x="127248" y="23812"/>
                  <a:pt x="166688" y="23812"/>
                </a:cubicBezTo>
                <a:cubicBezTo>
                  <a:pt x="192435" y="23812"/>
                  <a:pt x="214908" y="37356"/>
                  <a:pt x="227558" y="57745"/>
                </a:cubicBezTo>
                <a:cubicBezTo>
                  <a:pt x="233958" y="24854"/>
                  <a:pt x="262979" y="0"/>
                  <a:pt x="297656" y="0"/>
                </a:cubicBezTo>
                <a:cubicBezTo>
                  <a:pt x="332482" y="0"/>
                  <a:pt x="361504" y="25003"/>
                  <a:pt x="367754" y="57894"/>
                </a:cubicBezTo>
                <a:cubicBezTo>
                  <a:pt x="378619" y="51346"/>
                  <a:pt x="391269" y="47625"/>
                  <a:pt x="404813" y="47625"/>
                </a:cubicBezTo>
                <a:cubicBezTo>
                  <a:pt x="437704" y="47625"/>
                  <a:pt x="465534" y="69949"/>
                  <a:pt x="473720" y="100310"/>
                </a:cubicBezTo>
                <a:cubicBezTo>
                  <a:pt x="481905" y="97036"/>
                  <a:pt x="490686" y="95250"/>
                  <a:pt x="500063" y="95250"/>
                </a:cubicBezTo>
                <a:cubicBezTo>
                  <a:pt x="539502" y="95250"/>
                  <a:pt x="571500" y="127248"/>
                  <a:pt x="571500" y="166688"/>
                </a:cubicBezTo>
                <a:lnTo>
                  <a:pt x="571500" y="310902"/>
                </a:lnTo>
                <a:cubicBezTo>
                  <a:pt x="571500" y="325636"/>
                  <a:pt x="568077" y="340221"/>
                  <a:pt x="561380" y="353467"/>
                </a:cubicBezTo>
                <a:lnTo>
                  <a:pt x="502444" y="471190"/>
                </a:lnTo>
                <a:cubicBezTo>
                  <a:pt x="486370" y="503486"/>
                  <a:pt x="453330" y="523875"/>
                  <a:pt x="417314" y="523875"/>
                </a:cubicBezTo>
                <a:lnTo>
                  <a:pt x="142875" y="523875"/>
                </a:lnTo>
                <a:cubicBezTo>
                  <a:pt x="118318" y="523875"/>
                  <a:pt x="95548" y="511373"/>
                  <a:pt x="82451" y="490538"/>
                </a:cubicBezTo>
                <a:lnTo>
                  <a:pt x="11013" y="377428"/>
                </a:lnTo>
                <a:close/>
                <a:moveTo>
                  <a:pt x="47625" y="714375"/>
                </a:moveTo>
                <a:lnTo>
                  <a:pt x="47625" y="642938"/>
                </a:lnTo>
                <a:cubicBezTo>
                  <a:pt x="47625" y="616595"/>
                  <a:pt x="68907" y="595313"/>
                  <a:pt x="95250" y="595313"/>
                </a:cubicBezTo>
                <a:lnTo>
                  <a:pt x="476250" y="595313"/>
                </a:lnTo>
                <a:cubicBezTo>
                  <a:pt x="502593" y="595313"/>
                  <a:pt x="523875" y="616595"/>
                  <a:pt x="523875" y="642938"/>
                </a:cubicBezTo>
                <a:lnTo>
                  <a:pt x="523875" y="714375"/>
                </a:lnTo>
                <a:cubicBezTo>
                  <a:pt x="523875" y="740718"/>
                  <a:pt x="502593" y="762000"/>
                  <a:pt x="476250" y="762000"/>
                </a:cubicBezTo>
                <a:lnTo>
                  <a:pt x="95250" y="762000"/>
                </a:lnTo>
                <a:cubicBezTo>
                  <a:pt x="68907" y="762000"/>
                  <a:pt x="47625" y="740718"/>
                  <a:pt x="47625" y="714375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13" name="Text 11"/>
          <p:cNvSpPr/>
          <p:nvPr/>
        </p:nvSpPr>
        <p:spPr>
          <a:xfrm>
            <a:off x="10900752" y="2694360"/>
            <a:ext cx="2870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手指弯曲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0752" y="3100760"/>
            <a:ext cx="285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把手指弯曲成半握拳的样子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9452" y="4015160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89502" y="431996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14524" y="285750"/>
                </a:moveTo>
                <a:lnTo>
                  <a:pt x="726281" y="285750"/>
                </a:lnTo>
                <a:cubicBezTo>
                  <a:pt x="746075" y="285750"/>
                  <a:pt x="762000" y="269825"/>
                  <a:pt x="762000" y="250031"/>
                </a:cubicBezTo>
                <a:lnTo>
                  <a:pt x="762000" y="35719"/>
                </a:lnTo>
                <a:cubicBezTo>
                  <a:pt x="762000" y="21282"/>
                  <a:pt x="753368" y="8186"/>
                  <a:pt x="739973" y="2679"/>
                </a:cubicBezTo>
                <a:cubicBezTo>
                  <a:pt x="726579" y="-2828"/>
                  <a:pt x="711250" y="298"/>
                  <a:pt x="700980" y="10418"/>
                </a:cubicBezTo>
                <a:lnTo>
                  <a:pt x="624036" y="87511"/>
                </a:lnTo>
                <a:cubicBezTo>
                  <a:pt x="558105" y="32891"/>
                  <a:pt x="473273" y="0"/>
                  <a:pt x="381000" y="0"/>
                </a:cubicBezTo>
                <a:cubicBezTo>
                  <a:pt x="189012" y="0"/>
                  <a:pt x="30212" y="141982"/>
                  <a:pt x="3870" y="326678"/>
                </a:cubicBezTo>
                <a:cubicBezTo>
                  <a:pt x="149" y="352723"/>
                  <a:pt x="18157" y="376833"/>
                  <a:pt x="44202" y="380554"/>
                </a:cubicBezTo>
                <a:cubicBezTo>
                  <a:pt x="70247" y="384274"/>
                  <a:pt x="94357" y="366117"/>
                  <a:pt x="98078" y="340221"/>
                </a:cubicBezTo>
                <a:cubicBezTo>
                  <a:pt x="117872" y="201662"/>
                  <a:pt x="237083" y="95250"/>
                  <a:pt x="381000" y="95250"/>
                </a:cubicBezTo>
                <a:cubicBezTo>
                  <a:pt x="447080" y="95250"/>
                  <a:pt x="507802" y="117574"/>
                  <a:pt x="556171" y="155228"/>
                </a:cubicBezTo>
                <a:lnTo>
                  <a:pt x="486668" y="224730"/>
                </a:lnTo>
                <a:cubicBezTo>
                  <a:pt x="476399" y="235000"/>
                  <a:pt x="473422" y="250329"/>
                  <a:pt x="478929" y="263723"/>
                </a:cubicBezTo>
                <a:cubicBezTo>
                  <a:pt x="484436" y="277118"/>
                  <a:pt x="497532" y="285750"/>
                  <a:pt x="511969" y="285750"/>
                </a:cubicBezTo>
                <a:lnTo>
                  <a:pt x="714524" y="285750"/>
                </a:lnTo>
                <a:close/>
                <a:moveTo>
                  <a:pt x="758279" y="435322"/>
                </a:moveTo>
                <a:cubicBezTo>
                  <a:pt x="762000" y="409277"/>
                  <a:pt x="743843" y="385167"/>
                  <a:pt x="717947" y="381446"/>
                </a:cubicBezTo>
                <a:cubicBezTo>
                  <a:pt x="692051" y="377726"/>
                  <a:pt x="667792" y="395883"/>
                  <a:pt x="664071" y="421779"/>
                </a:cubicBezTo>
                <a:cubicBezTo>
                  <a:pt x="644277" y="560189"/>
                  <a:pt x="525066" y="666601"/>
                  <a:pt x="381149" y="666601"/>
                </a:cubicBezTo>
                <a:cubicBezTo>
                  <a:pt x="315069" y="666601"/>
                  <a:pt x="254347" y="644277"/>
                  <a:pt x="205978" y="606623"/>
                </a:cubicBezTo>
                <a:lnTo>
                  <a:pt x="275332" y="537270"/>
                </a:lnTo>
                <a:cubicBezTo>
                  <a:pt x="285601" y="527000"/>
                  <a:pt x="288578" y="511671"/>
                  <a:pt x="283071" y="498277"/>
                </a:cubicBezTo>
                <a:cubicBezTo>
                  <a:pt x="277564" y="484882"/>
                  <a:pt x="264468" y="476250"/>
                  <a:pt x="250031" y="476250"/>
                </a:cubicBezTo>
                <a:lnTo>
                  <a:pt x="35719" y="476250"/>
                </a:lnTo>
                <a:cubicBezTo>
                  <a:pt x="15925" y="476250"/>
                  <a:pt x="0" y="492175"/>
                  <a:pt x="0" y="511969"/>
                </a:cubicBezTo>
                <a:lnTo>
                  <a:pt x="0" y="726281"/>
                </a:lnTo>
                <a:cubicBezTo>
                  <a:pt x="0" y="740718"/>
                  <a:pt x="8632" y="753814"/>
                  <a:pt x="22027" y="759321"/>
                </a:cubicBezTo>
                <a:cubicBezTo>
                  <a:pt x="35421" y="764828"/>
                  <a:pt x="50750" y="761702"/>
                  <a:pt x="61020" y="751582"/>
                </a:cubicBezTo>
                <a:lnTo>
                  <a:pt x="138113" y="674489"/>
                </a:lnTo>
                <a:cubicBezTo>
                  <a:pt x="203895" y="729109"/>
                  <a:pt x="288727" y="762000"/>
                  <a:pt x="381000" y="762000"/>
                </a:cubicBezTo>
                <a:cubicBezTo>
                  <a:pt x="572988" y="762000"/>
                  <a:pt x="731788" y="620018"/>
                  <a:pt x="758130" y="435322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17" name="Text 15"/>
          <p:cNvSpPr/>
          <p:nvPr/>
        </p:nvSpPr>
        <p:spPr>
          <a:xfrm>
            <a:off x="10900752" y="4319960"/>
            <a:ext cx="3098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在掌心转圈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00752" y="4726360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用指背在另一只手的掌心转圈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89452" y="5640760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9502" y="594556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48010" y="224135"/>
                </a:moveTo>
                <a:lnTo>
                  <a:pt x="605135" y="367010"/>
                </a:lnTo>
                <a:cubicBezTo>
                  <a:pt x="591443" y="380702"/>
                  <a:pt x="571054" y="384721"/>
                  <a:pt x="553194" y="377279"/>
                </a:cubicBezTo>
                <a:cubicBezTo>
                  <a:pt x="535335" y="369838"/>
                  <a:pt x="523875" y="352574"/>
                  <a:pt x="523875" y="333375"/>
                </a:cubicBezTo>
                <a:lnTo>
                  <a:pt x="523875" y="238125"/>
                </a:lnTo>
                <a:lnTo>
                  <a:pt x="47625" y="238125"/>
                </a:lnTo>
                <a:cubicBezTo>
                  <a:pt x="21282" y="238125"/>
                  <a:pt x="0" y="216843"/>
                  <a:pt x="0" y="190500"/>
                </a:cubicBezTo>
                <a:cubicBezTo>
                  <a:pt x="0" y="164157"/>
                  <a:pt x="21282" y="142875"/>
                  <a:pt x="47625" y="142875"/>
                </a:cubicBezTo>
                <a:lnTo>
                  <a:pt x="523875" y="142875"/>
                </a:lnTo>
                <a:lnTo>
                  <a:pt x="523875" y="47625"/>
                </a:lnTo>
                <a:cubicBezTo>
                  <a:pt x="523875" y="28426"/>
                  <a:pt x="535484" y="11013"/>
                  <a:pt x="553343" y="3572"/>
                </a:cubicBezTo>
                <a:cubicBezTo>
                  <a:pt x="571202" y="-3870"/>
                  <a:pt x="591592" y="298"/>
                  <a:pt x="605284" y="13841"/>
                </a:cubicBezTo>
                <a:lnTo>
                  <a:pt x="748159" y="156716"/>
                </a:lnTo>
                <a:cubicBezTo>
                  <a:pt x="766763" y="175320"/>
                  <a:pt x="766763" y="205532"/>
                  <a:pt x="748159" y="224135"/>
                </a:cubicBezTo>
                <a:close/>
                <a:moveTo>
                  <a:pt x="156716" y="748010"/>
                </a:moveTo>
                <a:lnTo>
                  <a:pt x="13841" y="605135"/>
                </a:lnTo>
                <a:cubicBezTo>
                  <a:pt x="-4762" y="586532"/>
                  <a:pt x="-4762" y="556320"/>
                  <a:pt x="13841" y="537716"/>
                </a:cubicBezTo>
                <a:lnTo>
                  <a:pt x="156716" y="394841"/>
                </a:lnTo>
                <a:cubicBezTo>
                  <a:pt x="170408" y="381149"/>
                  <a:pt x="190798" y="377130"/>
                  <a:pt x="208657" y="384572"/>
                </a:cubicBezTo>
                <a:cubicBezTo>
                  <a:pt x="226516" y="392013"/>
                  <a:pt x="238125" y="409426"/>
                  <a:pt x="238125" y="428625"/>
                </a:cubicBezTo>
                <a:lnTo>
                  <a:pt x="238125" y="523875"/>
                </a:lnTo>
                <a:lnTo>
                  <a:pt x="714375" y="523875"/>
                </a:lnTo>
                <a:cubicBezTo>
                  <a:pt x="740718" y="523875"/>
                  <a:pt x="762000" y="545157"/>
                  <a:pt x="762000" y="571500"/>
                </a:cubicBezTo>
                <a:cubicBezTo>
                  <a:pt x="762000" y="597843"/>
                  <a:pt x="740718" y="619125"/>
                  <a:pt x="714375" y="619125"/>
                </a:cubicBezTo>
                <a:lnTo>
                  <a:pt x="238125" y="619125"/>
                </a:lnTo>
                <a:lnTo>
                  <a:pt x="238125" y="714375"/>
                </a:lnTo>
                <a:cubicBezTo>
                  <a:pt x="238125" y="733574"/>
                  <a:pt x="226516" y="750987"/>
                  <a:pt x="208657" y="758428"/>
                </a:cubicBezTo>
                <a:cubicBezTo>
                  <a:pt x="190798" y="765870"/>
                  <a:pt x="170408" y="761702"/>
                  <a:pt x="156716" y="748159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21" name="Text 19"/>
          <p:cNvSpPr/>
          <p:nvPr/>
        </p:nvSpPr>
        <p:spPr>
          <a:xfrm>
            <a:off x="10900752" y="5945560"/>
            <a:ext cx="2184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两只手交换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00752" y="6351960"/>
            <a:ext cx="2171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换一只手，再搓一遍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1176" y="7278083"/>
            <a:ext cx="6335346" cy="887046"/>
          </a:xfrm>
          <a:custGeom>
            <a:avLst/>
            <a:gdLst/>
            <a:ahLst/>
            <a:cxnLst/>
            <a:rect l="l" t="t" r="r" b="b"/>
            <a:pathLst>
              <a:path w="6335346" h="887046">
                <a:moveTo>
                  <a:pt x="203196" y="0"/>
                </a:moveTo>
                <a:lnTo>
                  <a:pt x="6132150" y="0"/>
                </a:lnTo>
                <a:cubicBezTo>
                  <a:pt x="6244372" y="0"/>
                  <a:pt x="6335346" y="90974"/>
                  <a:pt x="6335346" y="203196"/>
                </a:cubicBezTo>
                <a:lnTo>
                  <a:pt x="6335346" y="683850"/>
                </a:lnTo>
                <a:cubicBezTo>
                  <a:pt x="6335346" y="796072"/>
                  <a:pt x="6244372" y="887046"/>
                  <a:pt x="6132150" y="887046"/>
                </a:cubicBezTo>
                <a:lnTo>
                  <a:pt x="203196" y="887046"/>
                </a:lnTo>
                <a:cubicBezTo>
                  <a:pt x="90974" y="887046"/>
                  <a:pt x="0" y="796072"/>
                  <a:pt x="0" y="683850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FDE47F">
              <a:alpha val="20000"/>
            </a:srgbClr>
          </a:solidFill>
          <a:ln w="23446">
            <a:solidFill>
              <a:srgbClr val="FDE4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80920" y="7598513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5" name="Text 23"/>
          <p:cNvSpPr/>
          <p:nvPr/>
        </p:nvSpPr>
        <p:spPr>
          <a:xfrm>
            <a:off x="10022498" y="7543806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小贴士：</a:t>
            </a: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指背和关节都要洗干净！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270000" cy="1066800"/>
          </a:xfrm>
          <a:custGeom>
            <a:avLst/>
            <a:gdLst/>
            <a:ahLst/>
            <a:cxnLst/>
            <a:rect l="l" t="t" r="r" b="b"/>
            <a:pathLst>
              <a:path w="1270000" h="1066800">
                <a:moveTo>
                  <a:pt x="533400" y="0"/>
                </a:moveTo>
                <a:lnTo>
                  <a:pt x="736600" y="0"/>
                </a:lnTo>
                <a:cubicBezTo>
                  <a:pt x="1030991" y="0"/>
                  <a:pt x="1270000" y="239009"/>
                  <a:pt x="1270000" y="533400"/>
                </a:cubicBezTo>
                <a:lnTo>
                  <a:pt x="1270000" y="533400"/>
                </a:lnTo>
                <a:cubicBezTo>
                  <a:pt x="1270000" y="827791"/>
                  <a:pt x="1030991" y="1066800"/>
                  <a:pt x="7366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535353"/>
            <a:ext cx="836002" cy="1008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79002" y="736600"/>
            <a:ext cx="5676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FDAB9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第五步：大——搓拇指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446" y="1953846"/>
            <a:ext cx="8428892" cy="6663592"/>
          </a:xfrm>
          <a:custGeom>
            <a:avLst/>
            <a:gdLst/>
            <a:ahLst/>
            <a:cxnLst/>
            <a:rect l="l" t="t" r="r" b="b"/>
            <a:pathLst>
              <a:path w="8428892" h="6663592">
                <a:moveTo>
                  <a:pt x="304793" y="0"/>
                </a:moveTo>
                <a:lnTo>
                  <a:pt x="8124100" y="0"/>
                </a:lnTo>
                <a:cubicBezTo>
                  <a:pt x="8292432" y="0"/>
                  <a:pt x="8428892" y="136460"/>
                  <a:pt x="8428892" y="304793"/>
                </a:cubicBezTo>
                <a:lnTo>
                  <a:pt x="8428892" y="6358800"/>
                </a:lnTo>
                <a:cubicBezTo>
                  <a:pt x="8428892" y="6527132"/>
                  <a:pt x="8292432" y="6663592"/>
                  <a:pt x="8124100" y="6663592"/>
                </a:cubicBezTo>
                <a:lnTo>
                  <a:pt x="304793" y="6663592"/>
                </a:lnTo>
                <a:cubicBezTo>
                  <a:pt x="136460" y="6663592"/>
                  <a:pt x="0" y="6527132"/>
                  <a:pt x="0" y="6358800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FFDAB9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83526" y="29972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238125" y="476250"/>
                </a:moveTo>
                <a:cubicBezTo>
                  <a:pt x="290810" y="476250"/>
                  <a:pt x="333375" y="518815"/>
                  <a:pt x="333375" y="571500"/>
                </a:cubicBezTo>
                <a:lnTo>
                  <a:pt x="333375" y="1333500"/>
                </a:lnTo>
                <a:cubicBezTo>
                  <a:pt x="333375" y="1386185"/>
                  <a:pt x="290810" y="1428750"/>
                  <a:pt x="238125" y="1428750"/>
                </a:cubicBezTo>
                <a:lnTo>
                  <a:pt x="95250" y="1428750"/>
                </a:lnTo>
                <a:cubicBezTo>
                  <a:pt x="42565" y="1428750"/>
                  <a:pt x="0" y="1386185"/>
                  <a:pt x="0" y="1333500"/>
                </a:cubicBezTo>
                <a:lnTo>
                  <a:pt x="0" y="571500"/>
                </a:lnTo>
                <a:cubicBezTo>
                  <a:pt x="0" y="518815"/>
                  <a:pt x="42565" y="476250"/>
                  <a:pt x="95250" y="476250"/>
                </a:cubicBezTo>
                <a:lnTo>
                  <a:pt x="238125" y="476250"/>
                </a:lnTo>
                <a:close/>
                <a:moveTo>
                  <a:pt x="805458" y="47625"/>
                </a:moveTo>
                <a:cubicBezTo>
                  <a:pt x="886718" y="47625"/>
                  <a:pt x="952500" y="113407"/>
                  <a:pt x="952500" y="194667"/>
                </a:cubicBezTo>
                <a:lnTo>
                  <a:pt x="952500" y="207169"/>
                </a:lnTo>
                <a:cubicBezTo>
                  <a:pt x="952500" y="227409"/>
                  <a:pt x="948630" y="247650"/>
                  <a:pt x="941189" y="266402"/>
                </a:cubicBezTo>
                <a:lnTo>
                  <a:pt x="857250" y="476250"/>
                </a:lnTo>
                <a:lnTo>
                  <a:pt x="1333500" y="476250"/>
                </a:lnTo>
                <a:cubicBezTo>
                  <a:pt x="1412379" y="476250"/>
                  <a:pt x="1476375" y="540246"/>
                  <a:pt x="1476375" y="619125"/>
                </a:cubicBezTo>
                <a:cubicBezTo>
                  <a:pt x="1476375" y="677763"/>
                  <a:pt x="1440954" y="728067"/>
                  <a:pt x="1390352" y="750094"/>
                </a:cubicBezTo>
                <a:cubicBezTo>
                  <a:pt x="1440954" y="772120"/>
                  <a:pt x="1476375" y="822424"/>
                  <a:pt x="1476375" y="881062"/>
                </a:cubicBezTo>
                <a:cubicBezTo>
                  <a:pt x="1476375" y="950714"/>
                  <a:pt x="1426369" y="1008757"/>
                  <a:pt x="1360289" y="1021259"/>
                </a:cubicBezTo>
                <a:cubicBezTo>
                  <a:pt x="1373386" y="1042988"/>
                  <a:pt x="1381125" y="1068288"/>
                  <a:pt x="1381125" y="1095375"/>
                </a:cubicBezTo>
                <a:cubicBezTo>
                  <a:pt x="1381125" y="1161455"/>
                  <a:pt x="1336477" y="1216819"/>
                  <a:pt x="1275755" y="1233190"/>
                </a:cubicBezTo>
                <a:cubicBezTo>
                  <a:pt x="1282303" y="1249561"/>
                  <a:pt x="1285875" y="1267420"/>
                  <a:pt x="1285875" y="1285875"/>
                </a:cubicBezTo>
                <a:cubicBezTo>
                  <a:pt x="1285875" y="1364754"/>
                  <a:pt x="1221879" y="1428750"/>
                  <a:pt x="1143000" y="1428750"/>
                </a:cubicBezTo>
                <a:lnTo>
                  <a:pt x="881360" y="1428750"/>
                </a:lnTo>
                <a:cubicBezTo>
                  <a:pt x="773311" y="1428750"/>
                  <a:pt x="668238" y="1391841"/>
                  <a:pt x="584002" y="1324273"/>
                </a:cubicBezTo>
                <a:lnTo>
                  <a:pt x="547687" y="1295400"/>
                </a:lnTo>
                <a:cubicBezTo>
                  <a:pt x="502444" y="1259384"/>
                  <a:pt x="476250" y="1204615"/>
                  <a:pt x="476250" y="1146572"/>
                </a:cubicBezTo>
                <a:lnTo>
                  <a:pt x="476250" y="591145"/>
                </a:lnTo>
                <a:cubicBezTo>
                  <a:pt x="476250" y="546795"/>
                  <a:pt x="486668" y="503039"/>
                  <a:pt x="506313" y="463451"/>
                </a:cubicBezTo>
                <a:lnTo>
                  <a:pt x="673596" y="128885"/>
                </a:lnTo>
                <a:cubicBezTo>
                  <a:pt x="698599" y="79177"/>
                  <a:pt x="749498" y="47625"/>
                  <a:pt x="805458" y="47625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7" name="Shape 5"/>
          <p:cNvSpPr/>
          <p:nvPr/>
        </p:nvSpPr>
        <p:spPr>
          <a:xfrm>
            <a:off x="859692" y="4826000"/>
            <a:ext cx="7772400" cy="1625600"/>
          </a:xfrm>
          <a:custGeom>
            <a:avLst/>
            <a:gdLst/>
            <a:ahLst/>
            <a:cxnLst/>
            <a:rect l="l" t="t" r="r" b="b"/>
            <a:pathLst>
              <a:path w="7772400" h="1625600">
                <a:moveTo>
                  <a:pt x="203200" y="0"/>
                </a:moveTo>
                <a:lnTo>
                  <a:pt x="7569200" y="0"/>
                </a:lnTo>
                <a:cubicBezTo>
                  <a:pt x="7681349" y="0"/>
                  <a:pt x="7772400" y="91051"/>
                  <a:pt x="7772400" y="203200"/>
                </a:cubicBezTo>
                <a:lnTo>
                  <a:pt x="7772400" y="1422400"/>
                </a:lnTo>
                <a:cubicBezTo>
                  <a:pt x="7772400" y="1534549"/>
                  <a:pt x="7681349" y="1625600"/>
                  <a:pt x="75692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DAB9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69242" y="5130800"/>
            <a:ext cx="735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DAB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握住大拇指，旋转揉搓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292" y="5740400"/>
            <a:ext cx="731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两只手的拇指都要洗干净，交换做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3492" y="6756400"/>
            <a:ext cx="79248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握住大拇指，转圈洗干净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别忘换只手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89452" y="2389553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741877" y="2694353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99268" y="571500"/>
                </a:moveTo>
                <a:lnTo>
                  <a:pt x="162520" y="508248"/>
                </a:lnTo>
                <a:cubicBezTo>
                  <a:pt x="198239" y="472529"/>
                  <a:pt x="246757" y="452438"/>
                  <a:pt x="297210" y="452438"/>
                </a:cubicBezTo>
                <a:lnTo>
                  <a:pt x="523875" y="452438"/>
                </a:lnTo>
                <a:cubicBezTo>
                  <a:pt x="550218" y="452438"/>
                  <a:pt x="571500" y="473720"/>
                  <a:pt x="571500" y="500063"/>
                </a:cubicBezTo>
                <a:cubicBezTo>
                  <a:pt x="571500" y="526405"/>
                  <a:pt x="550218" y="547687"/>
                  <a:pt x="523875" y="547687"/>
                </a:cubicBezTo>
                <a:lnTo>
                  <a:pt x="416719" y="547687"/>
                </a:lnTo>
                <a:cubicBezTo>
                  <a:pt x="396925" y="547687"/>
                  <a:pt x="381000" y="563612"/>
                  <a:pt x="381000" y="583406"/>
                </a:cubicBezTo>
                <a:cubicBezTo>
                  <a:pt x="381000" y="603200"/>
                  <a:pt x="396925" y="619125"/>
                  <a:pt x="416719" y="619125"/>
                </a:cubicBezTo>
                <a:lnTo>
                  <a:pt x="584299" y="619125"/>
                </a:lnTo>
                <a:lnTo>
                  <a:pt x="762446" y="487859"/>
                </a:lnTo>
                <a:cubicBezTo>
                  <a:pt x="788938" y="468362"/>
                  <a:pt x="826145" y="474018"/>
                  <a:pt x="845641" y="500509"/>
                </a:cubicBezTo>
                <a:cubicBezTo>
                  <a:pt x="865138" y="527000"/>
                  <a:pt x="859482" y="564207"/>
                  <a:pt x="832991" y="583704"/>
                </a:cubicBezTo>
                <a:lnTo>
                  <a:pt x="644575" y="722561"/>
                </a:lnTo>
                <a:cubicBezTo>
                  <a:pt x="609749" y="748159"/>
                  <a:pt x="567779" y="762000"/>
                  <a:pt x="524470" y="762000"/>
                </a:cubicBezTo>
                <a:lnTo>
                  <a:pt x="47625" y="762000"/>
                </a:lnTo>
                <a:cubicBezTo>
                  <a:pt x="21282" y="762000"/>
                  <a:pt x="0" y="740718"/>
                  <a:pt x="0" y="714375"/>
                </a:cubicBezTo>
                <a:lnTo>
                  <a:pt x="0" y="619125"/>
                </a:lnTo>
                <a:cubicBezTo>
                  <a:pt x="0" y="592782"/>
                  <a:pt x="21282" y="571500"/>
                  <a:pt x="47625" y="571500"/>
                </a:cubicBezTo>
                <a:lnTo>
                  <a:pt x="99268" y="571500"/>
                </a:lnTo>
                <a:close/>
              </a:path>
            </a:pathLst>
          </a:custGeom>
          <a:solidFill>
            <a:srgbClr val="FFDAB9"/>
          </a:solidFill>
        </p:spPr>
      </p:sp>
      <p:sp>
        <p:nvSpPr>
          <p:cNvPr id="13" name="Text 11"/>
          <p:cNvSpPr/>
          <p:nvPr/>
        </p:nvSpPr>
        <p:spPr>
          <a:xfrm>
            <a:off x="10900752" y="2694353"/>
            <a:ext cx="2870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握住拇指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0752" y="3100753"/>
            <a:ext cx="285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一只手握住另一只手的拇指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9452" y="40151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89502" y="431994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49932" y="111175"/>
                </a:moveTo>
                <a:lnTo>
                  <a:pt x="666750" y="127099"/>
                </a:lnTo>
                <a:lnTo>
                  <a:pt x="666750" y="47625"/>
                </a:lnTo>
                <a:cubicBezTo>
                  <a:pt x="666750" y="21282"/>
                  <a:pt x="688032" y="0"/>
                  <a:pt x="714375" y="0"/>
                </a:cubicBezTo>
                <a:cubicBezTo>
                  <a:pt x="740718" y="0"/>
                  <a:pt x="762000" y="21282"/>
                  <a:pt x="762000" y="47625"/>
                </a:cubicBezTo>
                <a:lnTo>
                  <a:pt x="762000" y="238125"/>
                </a:lnTo>
                <a:cubicBezTo>
                  <a:pt x="762000" y="264468"/>
                  <a:pt x="740718" y="285750"/>
                  <a:pt x="714375" y="285750"/>
                </a:cubicBezTo>
                <a:lnTo>
                  <a:pt x="523875" y="285750"/>
                </a:lnTo>
                <a:cubicBezTo>
                  <a:pt x="497532" y="285750"/>
                  <a:pt x="476250" y="264468"/>
                  <a:pt x="476250" y="238125"/>
                </a:cubicBezTo>
                <a:cubicBezTo>
                  <a:pt x="476250" y="211782"/>
                  <a:pt x="497532" y="190500"/>
                  <a:pt x="523875" y="190500"/>
                </a:cubicBezTo>
                <a:lnTo>
                  <a:pt x="595164" y="190500"/>
                </a:lnTo>
                <a:lnTo>
                  <a:pt x="583853" y="179784"/>
                </a:lnTo>
                <a:cubicBezTo>
                  <a:pt x="583555" y="179487"/>
                  <a:pt x="583257" y="179189"/>
                  <a:pt x="582960" y="178891"/>
                </a:cubicBezTo>
                <a:cubicBezTo>
                  <a:pt x="471339" y="67270"/>
                  <a:pt x="290512" y="67270"/>
                  <a:pt x="178891" y="178891"/>
                </a:cubicBezTo>
                <a:cubicBezTo>
                  <a:pt x="67270" y="290513"/>
                  <a:pt x="67270" y="471339"/>
                  <a:pt x="178891" y="582960"/>
                </a:cubicBezTo>
                <a:cubicBezTo>
                  <a:pt x="290512" y="694581"/>
                  <a:pt x="471339" y="694581"/>
                  <a:pt x="582960" y="582960"/>
                </a:cubicBezTo>
                <a:cubicBezTo>
                  <a:pt x="595164" y="570756"/>
                  <a:pt x="606028" y="557808"/>
                  <a:pt x="615553" y="544116"/>
                </a:cubicBezTo>
                <a:cubicBezTo>
                  <a:pt x="630585" y="522536"/>
                  <a:pt x="660350" y="517327"/>
                  <a:pt x="681930" y="532358"/>
                </a:cubicBezTo>
                <a:cubicBezTo>
                  <a:pt x="703511" y="547390"/>
                  <a:pt x="708720" y="577155"/>
                  <a:pt x="693688" y="598736"/>
                </a:cubicBezTo>
                <a:cubicBezTo>
                  <a:pt x="681037" y="616893"/>
                  <a:pt x="666601" y="634157"/>
                  <a:pt x="650379" y="650379"/>
                </a:cubicBezTo>
                <a:cubicBezTo>
                  <a:pt x="501551" y="799207"/>
                  <a:pt x="260300" y="799207"/>
                  <a:pt x="111621" y="650379"/>
                </a:cubicBezTo>
                <a:cubicBezTo>
                  <a:pt x="-37058" y="501551"/>
                  <a:pt x="-37207" y="260449"/>
                  <a:pt x="111621" y="111621"/>
                </a:cubicBezTo>
                <a:cubicBezTo>
                  <a:pt x="260300" y="-37058"/>
                  <a:pt x="501104" y="-37207"/>
                  <a:pt x="649932" y="111175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17" name="Text 15"/>
          <p:cNvSpPr/>
          <p:nvPr/>
        </p:nvSpPr>
        <p:spPr>
          <a:xfrm>
            <a:off x="10900752" y="4319947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旋转揉搓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00752" y="4726347"/>
            <a:ext cx="240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像画圈圈一样旋转着搓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89452" y="56407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9502" y="594554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48010" y="224135"/>
                </a:moveTo>
                <a:lnTo>
                  <a:pt x="605135" y="367010"/>
                </a:lnTo>
                <a:cubicBezTo>
                  <a:pt x="591443" y="380702"/>
                  <a:pt x="571054" y="384721"/>
                  <a:pt x="553194" y="377279"/>
                </a:cubicBezTo>
                <a:cubicBezTo>
                  <a:pt x="535335" y="369838"/>
                  <a:pt x="523875" y="352574"/>
                  <a:pt x="523875" y="333375"/>
                </a:cubicBezTo>
                <a:lnTo>
                  <a:pt x="523875" y="238125"/>
                </a:lnTo>
                <a:lnTo>
                  <a:pt x="47625" y="238125"/>
                </a:lnTo>
                <a:cubicBezTo>
                  <a:pt x="21282" y="238125"/>
                  <a:pt x="0" y="216843"/>
                  <a:pt x="0" y="190500"/>
                </a:cubicBezTo>
                <a:cubicBezTo>
                  <a:pt x="0" y="164157"/>
                  <a:pt x="21282" y="142875"/>
                  <a:pt x="47625" y="142875"/>
                </a:cubicBezTo>
                <a:lnTo>
                  <a:pt x="523875" y="142875"/>
                </a:lnTo>
                <a:lnTo>
                  <a:pt x="523875" y="47625"/>
                </a:lnTo>
                <a:cubicBezTo>
                  <a:pt x="523875" y="28426"/>
                  <a:pt x="535484" y="11013"/>
                  <a:pt x="553343" y="3572"/>
                </a:cubicBezTo>
                <a:cubicBezTo>
                  <a:pt x="571202" y="-3870"/>
                  <a:pt x="591592" y="298"/>
                  <a:pt x="605284" y="13841"/>
                </a:cubicBezTo>
                <a:lnTo>
                  <a:pt x="748159" y="156716"/>
                </a:lnTo>
                <a:cubicBezTo>
                  <a:pt x="766763" y="175320"/>
                  <a:pt x="766763" y="205532"/>
                  <a:pt x="748159" y="224135"/>
                </a:cubicBezTo>
                <a:close/>
                <a:moveTo>
                  <a:pt x="156716" y="748010"/>
                </a:moveTo>
                <a:lnTo>
                  <a:pt x="13841" y="605135"/>
                </a:lnTo>
                <a:cubicBezTo>
                  <a:pt x="-4762" y="586532"/>
                  <a:pt x="-4762" y="556320"/>
                  <a:pt x="13841" y="537716"/>
                </a:cubicBezTo>
                <a:lnTo>
                  <a:pt x="156716" y="394841"/>
                </a:lnTo>
                <a:cubicBezTo>
                  <a:pt x="170408" y="381149"/>
                  <a:pt x="190798" y="377130"/>
                  <a:pt x="208657" y="384572"/>
                </a:cubicBezTo>
                <a:cubicBezTo>
                  <a:pt x="226516" y="392013"/>
                  <a:pt x="238125" y="409426"/>
                  <a:pt x="238125" y="428625"/>
                </a:cubicBezTo>
                <a:lnTo>
                  <a:pt x="238125" y="523875"/>
                </a:lnTo>
                <a:lnTo>
                  <a:pt x="714375" y="523875"/>
                </a:lnTo>
                <a:cubicBezTo>
                  <a:pt x="740718" y="523875"/>
                  <a:pt x="762000" y="545157"/>
                  <a:pt x="762000" y="571500"/>
                </a:cubicBezTo>
                <a:cubicBezTo>
                  <a:pt x="762000" y="597843"/>
                  <a:pt x="740718" y="619125"/>
                  <a:pt x="714375" y="619125"/>
                </a:cubicBezTo>
                <a:lnTo>
                  <a:pt x="238125" y="619125"/>
                </a:lnTo>
                <a:lnTo>
                  <a:pt x="238125" y="714375"/>
                </a:lnTo>
                <a:cubicBezTo>
                  <a:pt x="238125" y="733574"/>
                  <a:pt x="226516" y="750987"/>
                  <a:pt x="208657" y="758428"/>
                </a:cubicBezTo>
                <a:cubicBezTo>
                  <a:pt x="190798" y="765870"/>
                  <a:pt x="170408" y="761702"/>
                  <a:pt x="156716" y="748159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21" name="Text 19"/>
          <p:cNvSpPr/>
          <p:nvPr/>
        </p:nvSpPr>
        <p:spPr>
          <a:xfrm>
            <a:off x="10900752" y="5945547"/>
            <a:ext cx="264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DAB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换手再做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00752" y="6351947"/>
            <a:ext cx="262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两只手的拇指都要洗干净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1176" y="7278070"/>
            <a:ext cx="6335346" cy="887046"/>
          </a:xfrm>
          <a:custGeom>
            <a:avLst/>
            <a:gdLst/>
            <a:ahLst/>
            <a:cxnLst/>
            <a:rect l="l" t="t" r="r" b="b"/>
            <a:pathLst>
              <a:path w="6335346" h="887046">
                <a:moveTo>
                  <a:pt x="203196" y="0"/>
                </a:moveTo>
                <a:lnTo>
                  <a:pt x="6132150" y="0"/>
                </a:lnTo>
                <a:cubicBezTo>
                  <a:pt x="6244372" y="0"/>
                  <a:pt x="6335346" y="90974"/>
                  <a:pt x="6335346" y="203196"/>
                </a:cubicBezTo>
                <a:lnTo>
                  <a:pt x="6335346" y="683850"/>
                </a:lnTo>
                <a:cubicBezTo>
                  <a:pt x="6335346" y="796072"/>
                  <a:pt x="6244372" y="887046"/>
                  <a:pt x="6132150" y="887046"/>
                </a:cubicBezTo>
                <a:lnTo>
                  <a:pt x="203196" y="887046"/>
                </a:lnTo>
                <a:cubicBezTo>
                  <a:pt x="90974" y="887046"/>
                  <a:pt x="0" y="796072"/>
                  <a:pt x="0" y="683850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FDE47F">
              <a:alpha val="20000"/>
            </a:srgbClr>
          </a:solidFill>
          <a:ln w="23446">
            <a:solidFill>
              <a:srgbClr val="FDE4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920" y="7598507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5" name="Text 23"/>
          <p:cNvSpPr/>
          <p:nvPr/>
        </p:nvSpPr>
        <p:spPr>
          <a:xfrm>
            <a:off x="10022498" y="7543800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小贴士：</a:t>
            </a: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拇指最容易被忽略啦！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270000" cy="1066800"/>
          </a:xfrm>
          <a:custGeom>
            <a:avLst/>
            <a:gdLst/>
            <a:ahLst/>
            <a:cxnLst/>
            <a:rect l="l" t="t" r="r" b="b"/>
            <a:pathLst>
              <a:path w="1270000" h="1066800">
                <a:moveTo>
                  <a:pt x="533400" y="0"/>
                </a:moveTo>
                <a:lnTo>
                  <a:pt x="736600" y="0"/>
                </a:lnTo>
                <a:cubicBezTo>
                  <a:pt x="1030991" y="0"/>
                  <a:pt x="1270000" y="239009"/>
                  <a:pt x="1270000" y="533400"/>
                </a:cubicBezTo>
                <a:lnTo>
                  <a:pt x="1270000" y="533400"/>
                </a:lnTo>
                <a:cubicBezTo>
                  <a:pt x="1270000" y="827791"/>
                  <a:pt x="1030991" y="1066800"/>
                  <a:pt x="7366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535347"/>
            <a:ext cx="839055" cy="1008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82055" y="736600"/>
            <a:ext cx="5676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DE47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第六步：立——搓指尖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446" y="1953846"/>
            <a:ext cx="8428892" cy="6663592"/>
          </a:xfrm>
          <a:custGeom>
            <a:avLst/>
            <a:gdLst/>
            <a:ahLst/>
            <a:cxnLst/>
            <a:rect l="l" t="t" r="r" b="b"/>
            <a:pathLst>
              <a:path w="8428892" h="6663592">
                <a:moveTo>
                  <a:pt x="304793" y="0"/>
                </a:moveTo>
                <a:lnTo>
                  <a:pt x="8124100" y="0"/>
                </a:lnTo>
                <a:cubicBezTo>
                  <a:pt x="8292432" y="0"/>
                  <a:pt x="8428892" y="136460"/>
                  <a:pt x="8428892" y="304793"/>
                </a:cubicBezTo>
                <a:lnTo>
                  <a:pt x="8428892" y="6358800"/>
                </a:lnTo>
                <a:cubicBezTo>
                  <a:pt x="8428892" y="6527132"/>
                  <a:pt x="8292432" y="6663592"/>
                  <a:pt x="8124100" y="6663592"/>
                </a:cubicBezTo>
                <a:lnTo>
                  <a:pt x="304793" y="6663592"/>
                </a:lnTo>
                <a:cubicBezTo>
                  <a:pt x="136460" y="6663592"/>
                  <a:pt x="0" y="6527132"/>
                  <a:pt x="0" y="6358800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FDE47F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74026" y="2997200"/>
            <a:ext cx="1143000" cy="1524000"/>
          </a:xfrm>
          <a:custGeom>
            <a:avLst/>
            <a:gdLst/>
            <a:ahLst/>
            <a:cxnLst/>
            <a:rect l="l" t="t" r="r" b="b"/>
            <a:pathLst>
              <a:path w="1143000" h="1524000">
                <a:moveTo>
                  <a:pt x="95250" y="95250"/>
                </a:moveTo>
                <a:cubicBezTo>
                  <a:pt x="95250" y="42565"/>
                  <a:pt x="137815" y="0"/>
                  <a:pt x="190500" y="0"/>
                </a:cubicBezTo>
                <a:cubicBezTo>
                  <a:pt x="243185" y="0"/>
                  <a:pt x="285750" y="42565"/>
                  <a:pt x="285750" y="95250"/>
                </a:cubicBezTo>
                <a:lnTo>
                  <a:pt x="285750" y="714375"/>
                </a:lnTo>
                <a:lnTo>
                  <a:pt x="95250" y="714375"/>
                </a:lnTo>
                <a:lnTo>
                  <a:pt x="95250" y="95250"/>
                </a:lnTo>
                <a:close/>
                <a:moveTo>
                  <a:pt x="666750" y="571500"/>
                </a:moveTo>
                <a:cubicBezTo>
                  <a:pt x="666750" y="518815"/>
                  <a:pt x="709315" y="476250"/>
                  <a:pt x="762000" y="476250"/>
                </a:cubicBezTo>
                <a:cubicBezTo>
                  <a:pt x="814685" y="476250"/>
                  <a:pt x="857250" y="518815"/>
                  <a:pt x="857250" y="571500"/>
                </a:cubicBezTo>
                <a:lnTo>
                  <a:pt x="857250" y="762000"/>
                </a:lnTo>
                <a:cubicBezTo>
                  <a:pt x="857250" y="814685"/>
                  <a:pt x="814685" y="857250"/>
                  <a:pt x="762000" y="857250"/>
                </a:cubicBezTo>
                <a:cubicBezTo>
                  <a:pt x="709315" y="857250"/>
                  <a:pt x="666750" y="814685"/>
                  <a:pt x="666750" y="762000"/>
                </a:cubicBezTo>
                <a:lnTo>
                  <a:pt x="666750" y="571500"/>
                </a:lnTo>
                <a:close/>
                <a:moveTo>
                  <a:pt x="476250" y="381000"/>
                </a:moveTo>
                <a:cubicBezTo>
                  <a:pt x="528935" y="381000"/>
                  <a:pt x="571500" y="423565"/>
                  <a:pt x="571500" y="476250"/>
                </a:cubicBezTo>
                <a:lnTo>
                  <a:pt x="571500" y="619125"/>
                </a:lnTo>
                <a:cubicBezTo>
                  <a:pt x="571500" y="671810"/>
                  <a:pt x="528935" y="714375"/>
                  <a:pt x="476250" y="714375"/>
                </a:cubicBezTo>
                <a:cubicBezTo>
                  <a:pt x="423565" y="714375"/>
                  <a:pt x="381000" y="671810"/>
                  <a:pt x="381000" y="619125"/>
                </a:cubicBezTo>
                <a:lnTo>
                  <a:pt x="381000" y="476250"/>
                </a:lnTo>
                <a:cubicBezTo>
                  <a:pt x="381000" y="423565"/>
                  <a:pt x="423565" y="381000"/>
                  <a:pt x="476250" y="381000"/>
                </a:cubicBezTo>
                <a:close/>
                <a:moveTo>
                  <a:pt x="952500" y="666750"/>
                </a:moveTo>
                <a:cubicBezTo>
                  <a:pt x="952500" y="614065"/>
                  <a:pt x="995065" y="571500"/>
                  <a:pt x="1047750" y="571500"/>
                </a:cubicBezTo>
                <a:cubicBezTo>
                  <a:pt x="1100435" y="571500"/>
                  <a:pt x="1143000" y="614065"/>
                  <a:pt x="1143000" y="666750"/>
                </a:cubicBezTo>
                <a:lnTo>
                  <a:pt x="1143000" y="857250"/>
                </a:lnTo>
                <a:cubicBezTo>
                  <a:pt x="1143000" y="909935"/>
                  <a:pt x="1100435" y="952500"/>
                  <a:pt x="1047750" y="952500"/>
                </a:cubicBezTo>
                <a:cubicBezTo>
                  <a:pt x="995065" y="952500"/>
                  <a:pt x="952500" y="909935"/>
                  <a:pt x="952500" y="857250"/>
                </a:cubicBezTo>
                <a:lnTo>
                  <a:pt x="952500" y="666750"/>
                </a:lnTo>
                <a:close/>
                <a:moveTo>
                  <a:pt x="666750" y="928688"/>
                </a:moveTo>
                <a:lnTo>
                  <a:pt x="666750" y="926902"/>
                </a:lnTo>
                <a:cubicBezTo>
                  <a:pt x="694730" y="942975"/>
                  <a:pt x="727174" y="952500"/>
                  <a:pt x="762000" y="952500"/>
                </a:cubicBezTo>
                <a:cubicBezTo>
                  <a:pt x="801291" y="952500"/>
                  <a:pt x="837605" y="940594"/>
                  <a:pt x="867966" y="920353"/>
                </a:cubicBezTo>
                <a:cubicBezTo>
                  <a:pt x="893862" y="994470"/>
                  <a:pt x="964704" y="1047750"/>
                  <a:pt x="1047750" y="1047750"/>
                </a:cubicBezTo>
                <a:cubicBezTo>
                  <a:pt x="1082576" y="1047750"/>
                  <a:pt x="1115020" y="1038523"/>
                  <a:pt x="1143000" y="1022152"/>
                </a:cubicBezTo>
                <a:lnTo>
                  <a:pt x="1143000" y="1047750"/>
                </a:lnTo>
                <a:cubicBezTo>
                  <a:pt x="1143000" y="1310878"/>
                  <a:pt x="929878" y="1524000"/>
                  <a:pt x="666750" y="1524000"/>
                </a:cubicBezTo>
                <a:lnTo>
                  <a:pt x="483096" y="1524000"/>
                </a:lnTo>
                <a:cubicBezTo>
                  <a:pt x="356890" y="1524000"/>
                  <a:pt x="235744" y="1473696"/>
                  <a:pt x="146447" y="1384399"/>
                </a:cubicBezTo>
                <a:lnTo>
                  <a:pt x="111621" y="1349871"/>
                </a:lnTo>
                <a:cubicBezTo>
                  <a:pt x="40184" y="1278434"/>
                  <a:pt x="0" y="1181398"/>
                  <a:pt x="0" y="1080492"/>
                </a:cubicBezTo>
                <a:lnTo>
                  <a:pt x="0" y="1000125"/>
                </a:lnTo>
                <a:cubicBezTo>
                  <a:pt x="0" y="895052"/>
                  <a:pt x="85427" y="809625"/>
                  <a:pt x="190500" y="809625"/>
                </a:cubicBezTo>
                <a:lnTo>
                  <a:pt x="452438" y="809625"/>
                </a:lnTo>
                <a:cubicBezTo>
                  <a:pt x="518220" y="809625"/>
                  <a:pt x="571500" y="862905"/>
                  <a:pt x="571500" y="928688"/>
                </a:cubicBezTo>
                <a:cubicBezTo>
                  <a:pt x="571500" y="994470"/>
                  <a:pt x="518220" y="1047750"/>
                  <a:pt x="452438" y="1047750"/>
                </a:cubicBezTo>
                <a:lnTo>
                  <a:pt x="285750" y="1047750"/>
                </a:lnTo>
                <a:cubicBezTo>
                  <a:pt x="259556" y="1047750"/>
                  <a:pt x="238125" y="1069181"/>
                  <a:pt x="238125" y="1095375"/>
                </a:cubicBezTo>
                <a:cubicBezTo>
                  <a:pt x="238125" y="1121569"/>
                  <a:pt x="259556" y="1143000"/>
                  <a:pt x="285750" y="1143000"/>
                </a:cubicBezTo>
                <a:lnTo>
                  <a:pt x="452438" y="1143000"/>
                </a:lnTo>
                <a:cubicBezTo>
                  <a:pt x="570905" y="1143000"/>
                  <a:pt x="666750" y="1047155"/>
                  <a:pt x="666750" y="928688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7" name="Shape 5"/>
          <p:cNvSpPr/>
          <p:nvPr/>
        </p:nvSpPr>
        <p:spPr>
          <a:xfrm>
            <a:off x="859692" y="4826000"/>
            <a:ext cx="7772400" cy="1625600"/>
          </a:xfrm>
          <a:custGeom>
            <a:avLst/>
            <a:gdLst/>
            <a:ahLst/>
            <a:cxnLst/>
            <a:rect l="l" t="t" r="r" b="b"/>
            <a:pathLst>
              <a:path w="7772400" h="1625600">
                <a:moveTo>
                  <a:pt x="203200" y="0"/>
                </a:moveTo>
                <a:lnTo>
                  <a:pt x="7569200" y="0"/>
                </a:lnTo>
                <a:cubicBezTo>
                  <a:pt x="7681349" y="0"/>
                  <a:pt x="7772400" y="91051"/>
                  <a:pt x="7772400" y="203200"/>
                </a:cubicBezTo>
                <a:lnTo>
                  <a:pt x="7772400" y="1422400"/>
                </a:lnTo>
                <a:cubicBezTo>
                  <a:pt x="7772400" y="1534549"/>
                  <a:pt x="7681349" y="1625600"/>
                  <a:pt x="75692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DE47F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69242" y="5130800"/>
            <a:ext cx="735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DE4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指尖并拢立起来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292" y="5740400"/>
            <a:ext cx="731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在掌心里面转圈搓洗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3492" y="6756400"/>
            <a:ext cx="79248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指尖立起来，像小铅笔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在掌心画圈圈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89452" y="23895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94252" y="2694347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476250" y="0"/>
                </a:moveTo>
                <a:cubicBezTo>
                  <a:pt x="502593" y="0"/>
                  <a:pt x="523875" y="21282"/>
                  <a:pt x="523875" y="47625"/>
                </a:cubicBezTo>
                <a:lnTo>
                  <a:pt x="523875" y="357188"/>
                </a:lnTo>
                <a:cubicBezTo>
                  <a:pt x="523875" y="370284"/>
                  <a:pt x="534591" y="381000"/>
                  <a:pt x="547687" y="381000"/>
                </a:cubicBezTo>
                <a:cubicBezTo>
                  <a:pt x="560784" y="381000"/>
                  <a:pt x="571500" y="370284"/>
                  <a:pt x="571500" y="357188"/>
                </a:cubicBezTo>
                <a:lnTo>
                  <a:pt x="571500" y="95250"/>
                </a:lnTo>
                <a:cubicBezTo>
                  <a:pt x="571500" y="68907"/>
                  <a:pt x="592782" y="47625"/>
                  <a:pt x="619125" y="47625"/>
                </a:cubicBezTo>
                <a:cubicBezTo>
                  <a:pt x="645468" y="47625"/>
                  <a:pt x="666750" y="68907"/>
                  <a:pt x="666750" y="95250"/>
                </a:cubicBezTo>
                <a:lnTo>
                  <a:pt x="666750" y="357188"/>
                </a:lnTo>
                <a:cubicBezTo>
                  <a:pt x="666750" y="370284"/>
                  <a:pt x="677466" y="381000"/>
                  <a:pt x="690563" y="381000"/>
                </a:cubicBezTo>
                <a:cubicBezTo>
                  <a:pt x="703659" y="381000"/>
                  <a:pt x="714375" y="370284"/>
                  <a:pt x="714375" y="357188"/>
                </a:cubicBezTo>
                <a:lnTo>
                  <a:pt x="714375" y="190500"/>
                </a:lnTo>
                <a:cubicBezTo>
                  <a:pt x="714375" y="164157"/>
                  <a:pt x="735657" y="142875"/>
                  <a:pt x="762000" y="142875"/>
                </a:cubicBezTo>
                <a:cubicBezTo>
                  <a:pt x="788343" y="142875"/>
                  <a:pt x="809625" y="164157"/>
                  <a:pt x="809625" y="190500"/>
                </a:cubicBezTo>
                <a:lnTo>
                  <a:pt x="809625" y="455712"/>
                </a:lnTo>
                <a:cubicBezTo>
                  <a:pt x="781050" y="463748"/>
                  <a:pt x="757982" y="486073"/>
                  <a:pt x="749498" y="515689"/>
                </a:cubicBezTo>
                <a:lnTo>
                  <a:pt x="739825" y="549473"/>
                </a:lnTo>
                <a:lnTo>
                  <a:pt x="706041" y="559147"/>
                </a:lnTo>
                <a:cubicBezTo>
                  <a:pt x="668536" y="569863"/>
                  <a:pt x="642789" y="604093"/>
                  <a:pt x="642789" y="643086"/>
                </a:cubicBezTo>
                <a:cubicBezTo>
                  <a:pt x="642789" y="675977"/>
                  <a:pt x="661243" y="705594"/>
                  <a:pt x="689521" y="720328"/>
                </a:cubicBezTo>
                <a:cubicBezTo>
                  <a:pt x="648593" y="746820"/>
                  <a:pt x="599926" y="762149"/>
                  <a:pt x="547539" y="762149"/>
                </a:cubicBezTo>
                <a:lnTo>
                  <a:pt x="518964" y="762149"/>
                </a:lnTo>
                <a:cubicBezTo>
                  <a:pt x="430262" y="762149"/>
                  <a:pt x="344984" y="728067"/>
                  <a:pt x="280839" y="666899"/>
                </a:cubicBezTo>
                <a:lnTo>
                  <a:pt x="113705" y="507504"/>
                </a:lnTo>
                <a:cubicBezTo>
                  <a:pt x="89892" y="484882"/>
                  <a:pt x="88999" y="447080"/>
                  <a:pt x="111621" y="423267"/>
                </a:cubicBezTo>
                <a:cubicBezTo>
                  <a:pt x="134243" y="399455"/>
                  <a:pt x="172045" y="398562"/>
                  <a:pt x="195858" y="421184"/>
                </a:cubicBezTo>
                <a:lnTo>
                  <a:pt x="285899" y="506909"/>
                </a:lnTo>
                <a:cubicBezTo>
                  <a:pt x="285899" y="504676"/>
                  <a:pt x="285750" y="502295"/>
                  <a:pt x="285750" y="500063"/>
                </a:cubicBezTo>
                <a:lnTo>
                  <a:pt x="285750" y="95250"/>
                </a:lnTo>
                <a:cubicBezTo>
                  <a:pt x="285750" y="68907"/>
                  <a:pt x="307032" y="47625"/>
                  <a:pt x="333375" y="47625"/>
                </a:cubicBezTo>
                <a:cubicBezTo>
                  <a:pt x="359718" y="47625"/>
                  <a:pt x="381000" y="68907"/>
                  <a:pt x="381000" y="95250"/>
                </a:cubicBezTo>
                <a:lnTo>
                  <a:pt x="381000" y="357188"/>
                </a:lnTo>
                <a:cubicBezTo>
                  <a:pt x="381000" y="370284"/>
                  <a:pt x="391716" y="381000"/>
                  <a:pt x="404813" y="381000"/>
                </a:cubicBezTo>
                <a:cubicBezTo>
                  <a:pt x="417909" y="381000"/>
                  <a:pt x="428625" y="370284"/>
                  <a:pt x="428625" y="357188"/>
                </a:cubicBezTo>
                <a:lnTo>
                  <a:pt x="428625" y="47625"/>
                </a:lnTo>
                <a:cubicBezTo>
                  <a:pt x="428625" y="21282"/>
                  <a:pt x="449907" y="0"/>
                  <a:pt x="476250" y="0"/>
                </a:cubicBezTo>
                <a:close/>
                <a:moveTo>
                  <a:pt x="465386" y="486073"/>
                </a:moveTo>
                <a:cubicBezTo>
                  <a:pt x="463748" y="480268"/>
                  <a:pt x="458391" y="476250"/>
                  <a:pt x="452438" y="476250"/>
                </a:cubicBezTo>
                <a:cubicBezTo>
                  <a:pt x="446484" y="476250"/>
                  <a:pt x="441127" y="480268"/>
                  <a:pt x="439489" y="486073"/>
                </a:cubicBezTo>
                <a:lnTo>
                  <a:pt x="428625" y="523875"/>
                </a:lnTo>
                <a:lnTo>
                  <a:pt x="390823" y="534739"/>
                </a:lnTo>
                <a:cubicBezTo>
                  <a:pt x="385018" y="536377"/>
                  <a:pt x="381000" y="541734"/>
                  <a:pt x="381000" y="547687"/>
                </a:cubicBezTo>
                <a:cubicBezTo>
                  <a:pt x="381000" y="553641"/>
                  <a:pt x="385018" y="558998"/>
                  <a:pt x="390823" y="560636"/>
                </a:cubicBezTo>
                <a:lnTo>
                  <a:pt x="428625" y="571500"/>
                </a:lnTo>
                <a:lnTo>
                  <a:pt x="439489" y="609302"/>
                </a:lnTo>
                <a:cubicBezTo>
                  <a:pt x="441127" y="615107"/>
                  <a:pt x="446484" y="619125"/>
                  <a:pt x="452438" y="619125"/>
                </a:cubicBezTo>
                <a:cubicBezTo>
                  <a:pt x="458391" y="619125"/>
                  <a:pt x="463748" y="615107"/>
                  <a:pt x="465386" y="609302"/>
                </a:cubicBezTo>
                <a:lnTo>
                  <a:pt x="476250" y="571500"/>
                </a:lnTo>
                <a:lnTo>
                  <a:pt x="514052" y="560636"/>
                </a:lnTo>
                <a:cubicBezTo>
                  <a:pt x="519857" y="558998"/>
                  <a:pt x="523875" y="553641"/>
                  <a:pt x="523875" y="547687"/>
                </a:cubicBezTo>
                <a:cubicBezTo>
                  <a:pt x="523875" y="541734"/>
                  <a:pt x="519857" y="536377"/>
                  <a:pt x="514052" y="534739"/>
                </a:cubicBezTo>
                <a:lnTo>
                  <a:pt x="476250" y="523875"/>
                </a:lnTo>
                <a:lnTo>
                  <a:pt x="465386" y="486073"/>
                </a:lnTo>
                <a:close/>
                <a:moveTo>
                  <a:pt x="154781" y="178594"/>
                </a:moveTo>
                <a:lnTo>
                  <a:pt x="226665" y="199132"/>
                </a:lnTo>
                <a:cubicBezTo>
                  <a:pt x="233511" y="201067"/>
                  <a:pt x="238125" y="207318"/>
                  <a:pt x="238125" y="214313"/>
                </a:cubicBezTo>
                <a:cubicBezTo>
                  <a:pt x="238125" y="221307"/>
                  <a:pt x="233511" y="227558"/>
                  <a:pt x="226665" y="229493"/>
                </a:cubicBezTo>
                <a:lnTo>
                  <a:pt x="154781" y="250031"/>
                </a:lnTo>
                <a:lnTo>
                  <a:pt x="134243" y="321915"/>
                </a:lnTo>
                <a:cubicBezTo>
                  <a:pt x="132308" y="328761"/>
                  <a:pt x="126057" y="333375"/>
                  <a:pt x="119063" y="333375"/>
                </a:cubicBezTo>
                <a:cubicBezTo>
                  <a:pt x="112068" y="333375"/>
                  <a:pt x="105817" y="328761"/>
                  <a:pt x="103882" y="321915"/>
                </a:cubicBezTo>
                <a:lnTo>
                  <a:pt x="83344" y="250031"/>
                </a:lnTo>
                <a:lnTo>
                  <a:pt x="11460" y="229493"/>
                </a:lnTo>
                <a:cubicBezTo>
                  <a:pt x="4614" y="227558"/>
                  <a:pt x="0" y="221307"/>
                  <a:pt x="0" y="214313"/>
                </a:cubicBezTo>
                <a:cubicBezTo>
                  <a:pt x="0" y="207318"/>
                  <a:pt x="4614" y="201067"/>
                  <a:pt x="11460" y="199132"/>
                </a:cubicBezTo>
                <a:lnTo>
                  <a:pt x="83344" y="178594"/>
                </a:lnTo>
                <a:lnTo>
                  <a:pt x="103882" y="106710"/>
                </a:lnTo>
                <a:cubicBezTo>
                  <a:pt x="105817" y="99864"/>
                  <a:pt x="112068" y="95250"/>
                  <a:pt x="119063" y="95250"/>
                </a:cubicBezTo>
                <a:cubicBezTo>
                  <a:pt x="126057" y="95250"/>
                  <a:pt x="132308" y="99864"/>
                  <a:pt x="134243" y="106710"/>
                </a:cubicBezTo>
                <a:lnTo>
                  <a:pt x="154781" y="178594"/>
                </a:lnTo>
                <a:close/>
                <a:moveTo>
                  <a:pt x="869156" y="607219"/>
                </a:moveTo>
                <a:lnTo>
                  <a:pt x="941040" y="627757"/>
                </a:lnTo>
                <a:cubicBezTo>
                  <a:pt x="947886" y="629692"/>
                  <a:pt x="952500" y="635943"/>
                  <a:pt x="952500" y="642938"/>
                </a:cubicBezTo>
                <a:cubicBezTo>
                  <a:pt x="952500" y="649932"/>
                  <a:pt x="947886" y="656183"/>
                  <a:pt x="941040" y="658118"/>
                </a:cubicBezTo>
                <a:lnTo>
                  <a:pt x="869156" y="678656"/>
                </a:lnTo>
                <a:lnTo>
                  <a:pt x="848618" y="750540"/>
                </a:lnTo>
                <a:cubicBezTo>
                  <a:pt x="846683" y="757386"/>
                  <a:pt x="840432" y="762000"/>
                  <a:pt x="833438" y="762000"/>
                </a:cubicBezTo>
                <a:cubicBezTo>
                  <a:pt x="826443" y="762000"/>
                  <a:pt x="820192" y="757386"/>
                  <a:pt x="818257" y="750540"/>
                </a:cubicBezTo>
                <a:lnTo>
                  <a:pt x="797719" y="678656"/>
                </a:lnTo>
                <a:lnTo>
                  <a:pt x="725835" y="658118"/>
                </a:lnTo>
                <a:cubicBezTo>
                  <a:pt x="718989" y="656183"/>
                  <a:pt x="714375" y="649932"/>
                  <a:pt x="714375" y="642938"/>
                </a:cubicBezTo>
                <a:cubicBezTo>
                  <a:pt x="714375" y="635943"/>
                  <a:pt x="718989" y="629692"/>
                  <a:pt x="725835" y="627757"/>
                </a:cubicBezTo>
                <a:lnTo>
                  <a:pt x="797719" y="607219"/>
                </a:lnTo>
                <a:lnTo>
                  <a:pt x="818257" y="535335"/>
                </a:lnTo>
                <a:cubicBezTo>
                  <a:pt x="820192" y="528489"/>
                  <a:pt x="826443" y="523875"/>
                  <a:pt x="833438" y="523875"/>
                </a:cubicBezTo>
                <a:cubicBezTo>
                  <a:pt x="840432" y="523875"/>
                  <a:pt x="846683" y="528489"/>
                  <a:pt x="848618" y="535335"/>
                </a:cubicBezTo>
                <a:lnTo>
                  <a:pt x="869156" y="607219"/>
                </a:lnTo>
                <a:close/>
              </a:path>
            </a:pathLst>
          </a:custGeom>
          <a:solidFill>
            <a:srgbClr val="FDE47F"/>
          </a:solidFill>
        </p:spPr>
      </p:sp>
      <p:sp>
        <p:nvSpPr>
          <p:cNvPr id="13" name="Text 11"/>
          <p:cNvSpPr/>
          <p:nvPr/>
        </p:nvSpPr>
        <p:spPr>
          <a:xfrm>
            <a:off x="10900752" y="2694347"/>
            <a:ext cx="3098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五指并拢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0752" y="3100747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把五个手指的指尖并拢在一起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9452" y="40151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84752" y="4319947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319385" y="25896"/>
                </a:moveTo>
                <a:cubicBezTo>
                  <a:pt x="300782" y="7293"/>
                  <a:pt x="270570" y="7293"/>
                  <a:pt x="251966" y="25896"/>
                </a:cubicBezTo>
                <a:lnTo>
                  <a:pt x="13841" y="264021"/>
                </a:lnTo>
                <a:cubicBezTo>
                  <a:pt x="-4762" y="282625"/>
                  <a:pt x="-4762" y="312837"/>
                  <a:pt x="13841" y="331440"/>
                </a:cubicBezTo>
                <a:cubicBezTo>
                  <a:pt x="32445" y="350044"/>
                  <a:pt x="62657" y="350044"/>
                  <a:pt x="81260" y="331440"/>
                </a:cubicBezTo>
                <a:lnTo>
                  <a:pt x="238125" y="174575"/>
                </a:lnTo>
                <a:lnTo>
                  <a:pt x="238125" y="726281"/>
                </a:lnTo>
                <a:cubicBezTo>
                  <a:pt x="238125" y="752624"/>
                  <a:pt x="259407" y="773906"/>
                  <a:pt x="285750" y="773906"/>
                </a:cubicBezTo>
                <a:cubicBezTo>
                  <a:pt x="312093" y="773906"/>
                  <a:pt x="333375" y="752624"/>
                  <a:pt x="333375" y="726281"/>
                </a:cubicBezTo>
                <a:lnTo>
                  <a:pt x="333375" y="174575"/>
                </a:lnTo>
                <a:lnTo>
                  <a:pt x="490240" y="331440"/>
                </a:lnTo>
                <a:cubicBezTo>
                  <a:pt x="508843" y="350044"/>
                  <a:pt x="539055" y="350044"/>
                  <a:pt x="557659" y="331440"/>
                </a:cubicBezTo>
                <a:cubicBezTo>
                  <a:pt x="576262" y="312837"/>
                  <a:pt x="576262" y="282625"/>
                  <a:pt x="557659" y="264021"/>
                </a:cubicBezTo>
                <a:lnTo>
                  <a:pt x="319534" y="25896"/>
                </a:lnTo>
                <a:close/>
              </a:path>
            </a:pathLst>
          </a:custGeom>
          <a:solidFill>
            <a:srgbClr val="89CFF0"/>
          </a:solidFill>
        </p:spPr>
      </p:sp>
      <p:sp>
        <p:nvSpPr>
          <p:cNvPr id="17" name="Text 15"/>
          <p:cNvSpPr/>
          <p:nvPr/>
        </p:nvSpPr>
        <p:spPr>
          <a:xfrm>
            <a:off x="10900752" y="4319947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指尖立起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00752" y="4726347"/>
            <a:ext cx="240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像铅笔尖尖一样立起来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89452" y="56407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9502" y="594554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31440" y="47774"/>
                </a:moveTo>
                <a:cubicBezTo>
                  <a:pt x="338882" y="72926"/>
                  <a:pt x="324594" y="99566"/>
                  <a:pt x="299442" y="107007"/>
                </a:cubicBezTo>
                <a:cubicBezTo>
                  <a:pt x="181421" y="142131"/>
                  <a:pt x="95399" y="251520"/>
                  <a:pt x="95399" y="381000"/>
                </a:cubicBezTo>
                <a:cubicBezTo>
                  <a:pt x="95399" y="538758"/>
                  <a:pt x="223391" y="666750"/>
                  <a:pt x="381149" y="666750"/>
                </a:cubicBezTo>
                <a:cubicBezTo>
                  <a:pt x="538907" y="666750"/>
                  <a:pt x="666899" y="538758"/>
                  <a:pt x="666899" y="381000"/>
                </a:cubicBezTo>
                <a:cubicBezTo>
                  <a:pt x="666899" y="251668"/>
                  <a:pt x="580876" y="142280"/>
                  <a:pt x="462855" y="107007"/>
                </a:cubicBezTo>
                <a:cubicBezTo>
                  <a:pt x="437704" y="99566"/>
                  <a:pt x="423267" y="72926"/>
                  <a:pt x="430857" y="47774"/>
                </a:cubicBezTo>
                <a:cubicBezTo>
                  <a:pt x="438448" y="22622"/>
                  <a:pt x="464939" y="8186"/>
                  <a:pt x="490091" y="15776"/>
                </a:cubicBezTo>
                <a:cubicBezTo>
                  <a:pt x="647254" y="62657"/>
                  <a:pt x="762000" y="208359"/>
                  <a:pt x="762000" y="381000"/>
                </a:cubicBezTo>
                <a:cubicBezTo>
                  <a:pt x="762000" y="591443"/>
                  <a:pt x="591443" y="762000"/>
                  <a:pt x="381000" y="762000"/>
                </a:cubicBezTo>
                <a:cubicBezTo>
                  <a:pt x="170557" y="762000"/>
                  <a:pt x="0" y="591443"/>
                  <a:pt x="0" y="381000"/>
                </a:cubicBezTo>
                <a:cubicBezTo>
                  <a:pt x="0" y="208359"/>
                  <a:pt x="114746" y="62657"/>
                  <a:pt x="272207" y="15776"/>
                </a:cubicBezTo>
                <a:cubicBezTo>
                  <a:pt x="297359" y="8334"/>
                  <a:pt x="323999" y="22622"/>
                  <a:pt x="331440" y="47774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1" name="Text 19"/>
          <p:cNvSpPr/>
          <p:nvPr/>
        </p:nvSpPr>
        <p:spPr>
          <a:xfrm>
            <a:off x="10900752" y="5945547"/>
            <a:ext cx="264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DE4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在掌心转圈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00752" y="6351947"/>
            <a:ext cx="262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在另一只手的掌心画圈圈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1176" y="7278070"/>
            <a:ext cx="6335346" cy="887046"/>
          </a:xfrm>
          <a:custGeom>
            <a:avLst/>
            <a:gdLst/>
            <a:ahLst/>
            <a:cxnLst/>
            <a:rect l="l" t="t" r="r" b="b"/>
            <a:pathLst>
              <a:path w="6335346" h="887046">
                <a:moveTo>
                  <a:pt x="203196" y="0"/>
                </a:moveTo>
                <a:lnTo>
                  <a:pt x="6132150" y="0"/>
                </a:lnTo>
                <a:cubicBezTo>
                  <a:pt x="6244372" y="0"/>
                  <a:pt x="6335346" y="90974"/>
                  <a:pt x="6335346" y="203196"/>
                </a:cubicBezTo>
                <a:lnTo>
                  <a:pt x="6335346" y="683850"/>
                </a:lnTo>
                <a:cubicBezTo>
                  <a:pt x="6335346" y="796072"/>
                  <a:pt x="6244372" y="887046"/>
                  <a:pt x="6132150" y="887046"/>
                </a:cubicBezTo>
                <a:lnTo>
                  <a:pt x="203196" y="887046"/>
                </a:lnTo>
                <a:cubicBezTo>
                  <a:pt x="90974" y="887046"/>
                  <a:pt x="0" y="796072"/>
                  <a:pt x="0" y="683850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89CFF0">
              <a:alpha val="20000"/>
            </a:srgbClr>
          </a:solidFill>
          <a:ln w="23446">
            <a:solidFill>
              <a:srgbClr val="89C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920" y="7598507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25" name="Text 23"/>
          <p:cNvSpPr/>
          <p:nvPr/>
        </p:nvSpPr>
        <p:spPr>
          <a:xfrm>
            <a:off x="10022498" y="7543800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小贴士：</a:t>
            </a: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指甲缝里也要洗干净！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206500" cy="1066800"/>
          </a:xfrm>
          <a:custGeom>
            <a:avLst/>
            <a:gdLst/>
            <a:ahLst/>
            <a:cxnLst/>
            <a:rect l="l" t="t" r="r" b="b"/>
            <a:pathLst>
              <a:path w="1206500" h="1066800">
                <a:moveTo>
                  <a:pt x="533400" y="0"/>
                </a:moveTo>
                <a:lnTo>
                  <a:pt x="673100" y="0"/>
                </a:lnTo>
                <a:cubicBezTo>
                  <a:pt x="967491" y="0"/>
                  <a:pt x="1206500" y="239009"/>
                  <a:pt x="1206500" y="533400"/>
                </a:cubicBezTo>
                <a:lnTo>
                  <a:pt x="1206500" y="533400"/>
                </a:lnTo>
                <a:cubicBezTo>
                  <a:pt x="1206500" y="827791"/>
                  <a:pt x="967491" y="1066800"/>
                  <a:pt x="6731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535347"/>
            <a:ext cx="775799" cy="1008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18799" y="736600"/>
            <a:ext cx="5676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第七步：腕——搓手腕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446" y="1953846"/>
            <a:ext cx="8428892" cy="6663592"/>
          </a:xfrm>
          <a:custGeom>
            <a:avLst/>
            <a:gdLst/>
            <a:ahLst/>
            <a:cxnLst/>
            <a:rect l="l" t="t" r="r" b="b"/>
            <a:pathLst>
              <a:path w="8428892" h="6663592">
                <a:moveTo>
                  <a:pt x="304793" y="0"/>
                </a:moveTo>
                <a:lnTo>
                  <a:pt x="8124100" y="0"/>
                </a:lnTo>
                <a:cubicBezTo>
                  <a:pt x="8292432" y="0"/>
                  <a:pt x="8428892" y="136460"/>
                  <a:pt x="8428892" y="304793"/>
                </a:cubicBezTo>
                <a:lnTo>
                  <a:pt x="8428892" y="6358800"/>
                </a:lnTo>
                <a:cubicBezTo>
                  <a:pt x="8428892" y="6527132"/>
                  <a:pt x="8292432" y="6663592"/>
                  <a:pt x="8124100" y="6663592"/>
                </a:cubicBezTo>
                <a:lnTo>
                  <a:pt x="304793" y="6663592"/>
                </a:lnTo>
                <a:cubicBezTo>
                  <a:pt x="136460" y="6663592"/>
                  <a:pt x="0" y="6527132"/>
                  <a:pt x="0" y="6358800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89CFF0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83526" y="29972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857250" y="95250"/>
                </a:moveTo>
                <a:cubicBezTo>
                  <a:pt x="857250" y="42565"/>
                  <a:pt x="814685" y="0"/>
                  <a:pt x="762000" y="0"/>
                </a:cubicBezTo>
                <a:cubicBezTo>
                  <a:pt x="709315" y="0"/>
                  <a:pt x="666750" y="42565"/>
                  <a:pt x="666750" y="95250"/>
                </a:cubicBezTo>
                <a:lnTo>
                  <a:pt x="666750" y="714375"/>
                </a:lnTo>
                <a:cubicBezTo>
                  <a:pt x="666750" y="740569"/>
                  <a:pt x="645319" y="762000"/>
                  <a:pt x="619125" y="762000"/>
                </a:cubicBezTo>
                <a:cubicBezTo>
                  <a:pt x="592931" y="762000"/>
                  <a:pt x="571500" y="740569"/>
                  <a:pt x="571500" y="714375"/>
                </a:cubicBezTo>
                <a:lnTo>
                  <a:pt x="571500" y="190500"/>
                </a:lnTo>
                <a:cubicBezTo>
                  <a:pt x="571500" y="137815"/>
                  <a:pt x="528935" y="95250"/>
                  <a:pt x="476250" y="95250"/>
                </a:cubicBezTo>
                <a:cubicBezTo>
                  <a:pt x="423565" y="95250"/>
                  <a:pt x="381000" y="137815"/>
                  <a:pt x="381000" y="190500"/>
                </a:cubicBezTo>
                <a:lnTo>
                  <a:pt x="381000" y="1000125"/>
                </a:lnTo>
                <a:cubicBezTo>
                  <a:pt x="381000" y="1004590"/>
                  <a:pt x="381000" y="1009352"/>
                  <a:pt x="381298" y="1013817"/>
                </a:cubicBezTo>
                <a:lnTo>
                  <a:pt x="201216" y="842367"/>
                </a:lnTo>
                <a:cubicBezTo>
                  <a:pt x="153591" y="797123"/>
                  <a:pt x="78284" y="798909"/>
                  <a:pt x="32742" y="846534"/>
                </a:cubicBezTo>
                <a:cubicBezTo>
                  <a:pt x="-12799" y="894159"/>
                  <a:pt x="-10716" y="969466"/>
                  <a:pt x="36909" y="1015008"/>
                </a:cubicBezTo>
                <a:lnTo>
                  <a:pt x="371475" y="1333500"/>
                </a:lnTo>
                <a:cubicBezTo>
                  <a:pt x="499765" y="1455837"/>
                  <a:pt x="670322" y="1524000"/>
                  <a:pt x="847725" y="1524000"/>
                </a:cubicBezTo>
                <a:lnTo>
                  <a:pt x="904875" y="1524000"/>
                </a:lnTo>
                <a:cubicBezTo>
                  <a:pt x="1194197" y="1524000"/>
                  <a:pt x="1428750" y="1289447"/>
                  <a:pt x="1428750" y="1000125"/>
                </a:cubicBezTo>
                <a:lnTo>
                  <a:pt x="1428750" y="381000"/>
                </a:lnTo>
                <a:cubicBezTo>
                  <a:pt x="1428750" y="328315"/>
                  <a:pt x="1386185" y="285750"/>
                  <a:pt x="1333500" y="285750"/>
                </a:cubicBezTo>
                <a:cubicBezTo>
                  <a:pt x="1280815" y="285750"/>
                  <a:pt x="1238250" y="328315"/>
                  <a:pt x="1238250" y="381000"/>
                </a:cubicBezTo>
                <a:lnTo>
                  <a:pt x="1238250" y="714375"/>
                </a:lnTo>
                <a:cubicBezTo>
                  <a:pt x="1238250" y="740569"/>
                  <a:pt x="1216819" y="762000"/>
                  <a:pt x="1190625" y="762000"/>
                </a:cubicBezTo>
                <a:cubicBezTo>
                  <a:pt x="1164431" y="762000"/>
                  <a:pt x="1143000" y="740569"/>
                  <a:pt x="1143000" y="714375"/>
                </a:cubicBezTo>
                <a:lnTo>
                  <a:pt x="1143000" y="190500"/>
                </a:lnTo>
                <a:cubicBezTo>
                  <a:pt x="1143000" y="137815"/>
                  <a:pt x="1100435" y="95250"/>
                  <a:pt x="1047750" y="95250"/>
                </a:cubicBezTo>
                <a:cubicBezTo>
                  <a:pt x="995065" y="95250"/>
                  <a:pt x="952500" y="137815"/>
                  <a:pt x="952500" y="190500"/>
                </a:cubicBezTo>
                <a:lnTo>
                  <a:pt x="952500" y="714375"/>
                </a:lnTo>
                <a:cubicBezTo>
                  <a:pt x="952500" y="740569"/>
                  <a:pt x="931069" y="762000"/>
                  <a:pt x="904875" y="762000"/>
                </a:cubicBezTo>
                <a:cubicBezTo>
                  <a:pt x="878681" y="762000"/>
                  <a:pt x="857250" y="740569"/>
                  <a:pt x="857250" y="714375"/>
                </a:cubicBezTo>
                <a:lnTo>
                  <a:pt x="857250" y="95250"/>
                </a:lnTo>
                <a:close/>
              </a:path>
            </a:pathLst>
          </a:custGeom>
          <a:solidFill>
            <a:srgbClr val="89CFF0"/>
          </a:solidFill>
        </p:spPr>
      </p:sp>
      <p:sp>
        <p:nvSpPr>
          <p:cNvPr id="7" name="Shape 5"/>
          <p:cNvSpPr/>
          <p:nvPr/>
        </p:nvSpPr>
        <p:spPr>
          <a:xfrm>
            <a:off x="859692" y="4826000"/>
            <a:ext cx="7772400" cy="1625600"/>
          </a:xfrm>
          <a:custGeom>
            <a:avLst/>
            <a:gdLst/>
            <a:ahLst/>
            <a:cxnLst/>
            <a:rect l="l" t="t" r="r" b="b"/>
            <a:pathLst>
              <a:path w="7772400" h="1625600">
                <a:moveTo>
                  <a:pt x="203200" y="0"/>
                </a:moveTo>
                <a:lnTo>
                  <a:pt x="7569200" y="0"/>
                </a:lnTo>
                <a:cubicBezTo>
                  <a:pt x="7681349" y="0"/>
                  <a:pt x="7772400" y="91051"/>
                  <a:pt x="7772400" y="203200"/>
                </a:cubicBezTo>
                <a:lnTo>
                  <a:pt x="7772400" y="1422400"/>
                </a:lnTo>
                <a:cubicBezTo>
                  <a:pt x="7772400" y="1534549"/>
                  <a:pt x="7681349" y="1625600"/>
                  <a:pt x="7569200" y="1625600"/>
                </a:cubicBezTo>
                <a:lnTo>
                  <a:pt x="203200" y="1625600"/>
                </a:lnTo>
                <a:cubicBezTo>
                  <a:pt x="91051" y="1625600"/>
                  <a:pt x="0" y="1534549"/>
                  <a:pt x="0" y="14224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9CFF0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69242" y="5130800"/>
            <a:ext cx="735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握住手腕，旋转揉搓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292" y="5740400"/>
            <a:ext cx="731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两只手腕都要洗干净，不能忘记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3492" y="6756400"/>
            <a:ext cx="79248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握住小手腕，转圈洗干净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不要忘记它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89452" y="23895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741877" y="2694347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357188" y="35719"/>
                </a:moveTo>
                <a:cubicBezTo>
                  <a:pt x="357188" y="15925"/>
                  <a:pt x="373112" y="0"/>
                  <a:pt x="392906" y="0"/>
                </a:cubicBezTo>
                <a:lnTo>
                  <a:pt x="464344" y="0"/>
                </a:lnTo>
                <a:cubicBezTo>
                  <a:pt x="484138" y="0"/>
                  <a:pt x="500063" y="15925"/>
                  <a:pt x="500063" y="35719"/>
                </a:cubicBezTo>
                <a:lnTo>
                  <a:pt x="500063" y="119063"/>
                </a:lnTo>
                <a:lnTo>
                  <a:pt x="583406" y="119063"/>
                </a:lnTo>
                <a:cubicBezTo>
                  <a:pt x="603200" y="119063"/>
                  <a:pt x="619125" y="134987"/>
                  <a:pt x="619125" y="154781"/>
                </a:cubicBezTo>
                <a:lnTo>
                  <a:pt x="619125" y="226219"/>
                </a:lnTo>
                <a:cubicBezTo>
                  <a:pt x="619125" y="246013"/>
                  <a:pt x="603200" y="261938"/>
                  <a:pt x="583406" y="261938"/>
                </a:cubicBezTo>
                <a:lnTo>
                  <a:pt x="500063" y="261938"/>
                </a:lnTo>
                <a:lnTo>
                  <a:pt x="500063" y="345281"/>
                </a:lnTo>
                <a:cubicBezTo>
                  <a:pt x="500063" y="365075"/>
                  <a:pt x="484138" y="381000"/>
                  <a:pt x="464344" y="381000"/>
                </a:cubicBezTo>
                <a:lnTo>
                  <a:pt x="392906" y="381000"/>
                </a:lnTo>
                <a:cubicBezTo>
                  <a:pt x="373112" y="381000"/>
                  <a:pt x="357188" y="365075"/>
                  <a:pt x="357188" y="345281"/>
                </a:cubicBezTo>
                <a:lnTo>
                  <a:pt x="357188" y="261938"/>
                </a:lnTo>
                <a:lnTo>
                  <a:pt x="273844" y="261938"/>
                </a:lnTo>
                <a:cubicBezTo>
                  <a:pt x="254050" y="261938"/>
                  <a:pt x="238125" y="246013"/>
                  <a:pt x="238125" y="226219"/>
                </a:cubicBezTo>
                <a:lnTo>
                  <a:pt x="238125" y="154781"/>
                </a:lnTo>
                <a:cubicBezTo>
                  <a:pt x="238125" y="134987"/>
                  <a:pt x="254050" y="119063"/>
                  <a:pt x="273844" y="119063"/>
                </a:cubicBezTo>
                <a:lnTo>
                  <a:pt x="357188" y="119063"/>
                </a:lnTo>
                <a:lnTo>
                  <a:pt x="357188" y="35719"/>
                </a:lnTo>
                <a:close/>
                <a:moveTo>
                  <a:pt x="99268" y="571500"/>
                </a:moveTo>
                <a:lnTo>
                  <a:pt x="162520" y="508248"/>
                </a:lnTo>
                <a:cubicBezTo>
                  <a:pt x="198239" y="472529"/>
                  <a:pt x="246757" y="452438"/>
                  <a:pt x="297210" y="452438"/>
                </a:cubicBezTo>
                <a:lnTo>
                  <a:pt x="523875" y="452438"/>
                </a:lnTo>
                <a:cubicBezTo>
                  <a:pt x="550218" y="452438"/>
                  <a:pt x="571500" y="473720"/>
                  <a:pt x="571500" y="500063"/>
                </a:cubicBezTo>
                <a:cubicBezTo>
                  <a:pt x="571500" y="526405"/>
                  <a:pt x="550218" y="547687"/>
                  <a:pt x="523875" y="547687"/>
                </a:cubicBezTo>
                <a:lnTo>
                  <a:pt x="416719" y="547687"/>
                </a:lnTo>
                <a:cubicBezTo>
                  <a:pt x="396925" y="547687"/>
                  <a:pt x="381000" y="563612"/>
                  <a:pt x="381000" y="583406"/>
                </a:cubicBezTo>
                <a:cubicBezTo>
                  <a:pt x="381000" y="603200"/>
                  <a:pt x="396925" y="619125"/>
                  <a:pt x="416719" y="619125"/>
                </a:cubicBezTo>
                <a:lnTo>
                  <a:pt x="584299" y="619125"/>
                </a:lnTo>
                <a:lnTo>
                  <a:pt x="762446" y="487859"/>
                </a:lnTo>
                <a:cubicBezTo>
                  <a:pt x="788938" y="468362"/>
                  <a:pt x="826145" y="474018"/>
                  <a:pt x="845641" y="500509"/>
                </a:cubicBezTo>
                <a:cubicBezTo>
                  <a:pt x="865138" y="527000"/>
                  <a:pt x="859482" y="564207"/>
                  <a:pt x="832991" y="583704"/>
                </a:cubicBezTo>
                <a:lnTo>
                  <a:pt x="644575" y="722561"/>
                </a:lnTo>
                <a:cubicBezTo>
                  <a:pt x="609749" y="748159"/>
                  <a:pt x="567779" y="762000"/>
                  <a:pt x="524470" y="762000"/>
                </a:cubicBezTo>
                <a:lnTo>
                  <a:pt x="47625" y="762000"/>
                </a:lnTo>
                <a:cubicBezTo>
                  <a:pt x="21282" y="762000"/>
                  <a:pt x="0" y="740718"/>
                  <a:pt x="0" y="714375"/>
                </a:cubicBezTo>
                <a:lnTo>
                  <a:pt x="0" y="619125"/>
                </a:lnTo>
                <a:cubicBezTo>
                  <a:pt x="0" y="592782"/>
                  <a:pt x="21282" y="571500"/>
                  <a:pt x="47625" y="571500"/>
                </a:cubicBezTo>
                <a:lnTo>
                  <a:pt x="99268" y="571500"/>
                </a:lnTo>
                <a:close/>
              </a:path>
            </a:pathLst>
          </a:custGeom>
          <a:solidFill>
            <a:srgbClr val="89CFF0"/>
          </a:solidFill>
        </p:spPr>
      </p:sp>
      <p:sp>
        <p:nvSpPr>
          <p:cNvPr id="13" name="Text 11"/>
          <p:cNvSpPr/>
          <p:nvPr/>
        </p:nvSpPr>
        <p:spPr>
          <a:xfrm>
            <a:off x="10900752" y="2694347"/>
            <a:ext cx="3556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握住手腕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00752" y="3100747"/>
            <a:ext cx="3543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一只手的手指握住另一只手的手腕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89452" y="40151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89502" y="431994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14524" y="285750"/>
                </a:moveTo>
                <a:lnTo>
                  <a:pt x="726281" y="285750"/>
                </a:lnTo>
                <a:cubicBezTo>
                  <a:pt x="746075" y="285750"/>
                  <a:pt x="762000" y="269825"/>
                  <a:pt x="762000" y="250031"/>
                </a:cubicBezTo>
                <a:lnTo>
                  <a:pt x="762000" y="35719"/>
                </a:lnTo>
                <a:cubicBezTo>
                  <a:pt x="762000" y="21282"/>
                  <a:pt x="753368" y="8186"/>
                  <a:pt x="739973" y="2679"/>
                </a:cubicBezTo>
                <a:cubicBezTo>
                  <a:pt x="726579" y="-2828"/>
                  <a:pt x="711250" y="298"/>
                  <a:pt x="700980" y="10418"/>
                </a:cubicBezTo>
                <a:lnTo>
                  <a:pt x="624036" y="87511"/>
                </a:lnTo>
                <a:cubicBezTo>
                  <a:pt x="558105" y="32891"/>
                  <a:pt x="473273" y="0"/>
                  <a:pt x="381000" y="0"/>
                </a:cubicBezTo>
                <a:cubicBezTo>
                  <a:pt x="189012" y="0"/>
                  <a:pt x="30212" y="141982"/>
                  <a:pt x="3870" y="326678"/>
                </a:cubicBezTo>
                <a:cubicBezTo>
                  <a:pt x="149" y="352723"/>
                  <a:pt x="18157" y="376833"/>
                  <a:pt x="44202" y="380554"/>
                </a:cubicBezTo>
                <a:cubicBezTo>
                  <a:pt x="70247" y="384274"/>
                  <a:pt x="94357" y="366117"/>
                  <a:pt x="98078" y="340221"/>
                </a:cubicBezTo>
                <a:cubicBezTo>
                  <a:pt x="117872" y="201662"/>
                  <a:pt x="237083" y="95250"/>
                  <a:pt x="381000" y="95250"/>
                </a:cubicBezTo>
                <a:cubicBezTo>
                  <a:pt x="447080" y="95250"/>
                  <a:pt x="507802" y="117574"/>
                  <a:pt x="556171" y="155228"/>
                </a:cubicBezTo>
                <a:lnTo>
                  <a:pt x="486668" y="224730"/>
                </a:lnTo>
                <a:cubicBezTo>
                  <a:pt x="476399" y="235000"/>
                  <a:pt x="473422" y="250329"/>
                  <a:pt x="478929" y="263723"/>
                </a:cubicBezTo>
                <a:cubicBezTo>
                  <a:pt x="484436" y="277118"/>
                  <a:pt x="497532" y="285750"/>
                  <a:pt x="511969" y="285750"/>
                </a:cubicBezTo>
                <a:lnTo>
                  <a:pt x="714524" y="285750"/>
                </a:lnTo>
                <a:close/>
                <a:moveTo>
                  <a:pt x="758279" y="435322"/>
                </a:moveTo>
                <a:cubicBezTo>
                  <a:pt x="762000" y="409277"/>
                  <a:pt x="743843" y="385167"/>
                  <a:pt x="717947" y="381446"/>
                </a:cubicBezTo>
                <a:cubicBezTo>
                  <a:pt x="692051" y="377726"/>
                  <a:pt x="667792" y="395883"/>
                  <a:pt x="664071" y="421779"/>
                </a:cubicBezTo>
                <a:cubicBezTo>
                  <a:pt x="644277" y="560189"/>
                  <a:pt x="525066" y="666601"/>
                  <a:pt x="381149" y="666601"/>
                </a:cubicBezTo>
                <a:cubicBezTo>
                  <a:pt x="315069" y="666601"/>
                  <a:pt x="254347" y="644277"/>
                  <a:pt x="205978" y="606623"/>
                </a:cubicBezTo>
                <a:lnTo>
                  <a:pt x="275332" y="537270"/>
                </a:lnTo>
                <a:cubicBezTo>
                  <a:pt x="285601" y="527000"/>
                  <a:pt x="288578" y="511671"/>
                  <a:pt x="283071" y="498277"/>
                </a:cubicBezTo>
                <a:cubicBezTo>
                  <a:pt x="277564" y="484882"/>
                  <a:pt x="264468" y="476250"/>
                  <a:pt x="250031" y="476250"/>
                </a:cubicBezTo>
                <a:lnTo>
                  <a:pt x="35719" y="476250"/>
                </a:lnTo>
                <a:cubicBezTo>
                  <a:pt x="15925" y="476250"/>
                  <a:pt x="0" y="492175"/>
                  <a:pt x="0" y="511969"/>
                </a:cubicBezTo>
                <a:lnTo>
                  <a:pt x="0" y="726281"/>
                </a:lnTo>
                <a:cubicBezTo>
                  <a:pt x="0" y="740718"/>
                  <a:pt x="8632" y="753814"/>
                  <a:pt x="22027" y="759321"/>
                </a:cubicBezTo>
                <a:cubicBezTo>
                  <a:pt x="35421" y="764828"/>
                  <a:pt x="50750" y="761702"/>
                  <a:pt x="61020" y="751582"/>
                </a:cubicBezTo>
                <a:lnTo>
                  <a:pt x="138113" y="674489"/>
                </a:lnTo>
                <a:cubicBezTo>
                  <a:pt x="203895" y="729109"/>
                  <a:pt x="288727" y="762000"/>
                  <a:pt x="381000" y="762000"/>
                </a:cubicBezTo>
                <a:cubicBezTo>
                  <a:pt x="572988" y="762000"/>
                  <a:pt x="731788" y="620018"/>
                  <a:pt x="758130" y="435322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17" name="Text 15"/>
          <p:cNvSpPr/>
          <p:nvPr/>
        </p:nvSpPr>
        <p:spPr>
          <a:xfrm>
            <a:off x="10900752" y="4319947"/>
            <a:ext cx="264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旋转揉搓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00752" y="4726347"/>
            <a:ext cx="262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像转圈圈一样旋转着搓洗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89452" y="5640747"/>
            <a:ext cx="6362700" cy="1371600"/>
          </a:xfrm>
          <a:custGeom>
            <a:avLst/>
            <a:gdLst/>
            <a:ahLst/>
            <a:cxnLst/>
            <a:rect l="l" t="t" r="r" b="b"/>
            <a:pathLst>
              <a:path w="6362700" h="1371600">
                <a:moveTo>
                  <a:pt x="203203" y="0"/>
                </a:moveTo>
                <a:lnTo>
                  <a:pt x="6159497" y="0"/>
                </a:lnTo>
                <a:cubicBezTo>
                  <a:pt x="6271723" y="0"/>
                  <a:pt x="6362700" y="90977"/>
                  <a:pt x="6362700" y="203203"/>
                </a:cubicBezTo>
                <a:lnTo>
                  <a:pt x="6362700" y="1168397"/>
                </a:lnTo>
                <a:cubicBezTo>
                  <a:pt x="6362700" y="1280623"/>
                  <a:pt x="6271723" y="1371600"/>
                  <a:pt x="61594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9502" y="594554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48010" y="224135"/>
                </a:moveTo>
                <a:lnTo>
                  <a:pt x="605135" y="367010"/>
                </a:lnTo>
                <a:cubicBezTo>
                  <a:pt x="591443" y="380702"/>
                  <a:pt x="571054" y="384721"/>
                  <a:pt x="553194" y="377279"/>
                </a:cubicBezTo>
                <a:cubicBezTo>
                  <a:pt x="535335" y="369838"/>
                  <a:pt x="523875" y="352574"/>
                  <a:pt x="523875" y="333375"/>
                </a:cubicBezTo>
                <a:lnTo>
                  <a:pt x="523875" y="238125"/>
                </a:lnTo>
                <a:lnTo>
                  <a:pt x="47625" y="238125"/>
                </a:lnTo>
                <a:cubicBezTo>
                  <a:pt x="21282" y="238125"/>
                  <a:pt x="0" y="216843"/>
                  <a:pt x="0" y="190500"/>
                </a:cubicBezTo>
                <a:cubicBezTo>
                  <a:pt x="0" y="164157"/>
                  <a:pt x="21282" y="142875"/>
                  <a:pt x="47625" y="142875"/>
                </a:cubicBezTo>
                <a:lnTo>
                  <a:pt x="523875" y="142875"/>
                </a:lnTo>
                <a:lnTo>
                  <a:pt x="523875" y="47625"/>
                </a:lnTo>
                <a:cubicBezTo>
                  <a:pt x="523875" y="28426"/>
                  <a:pt x="535484" y="11013"/>
                  <a:pt x="553343" y="3572"/>
                </a:cubicBezTo>
                <a:cubicBezTo>
                  <a:pt x="571202" y="-3870"/>
                  <a:pt x="591592" y="298"/>
                  <a:pt x="605284" y="13841"/>
                </a:cubicBezTo>
                <a:lnTo>
                  <a:pt x="748159" y="156716"/>
                </a:lnTo>
                <a:cubicBezTo>
                  <a:pt x="766763" y="175320"/>
                  <a:pt x="766763" y="205532"/>
                  <a:pt x="748159" y="224135"/>
                </a:cubicBezTo>
                <a:close/>
                <a:moveTo>
                  <a:pt x="156716" y="748010"/>
                </a:moveTo>
                <a:lnTo>
                  <a:pt x="13841" y="605135"/>
                </a:lnTo>
                <a:cubicBezTo>
                  <a:pt x="-4762" y="586532"/>
                  <a:pt x="-4762" y="556320"/>
                  <a:pt x="13841" y="537716"/>
                </a:cubicBezTo>
                <a:lnTo>
                  <a:pt x="156716" y="394841"/>
                </a:lnTo>
                <a:cubicBezTo>
                  <a:pt x="170408" y="381149"/>
                  <a:pt x="190798" y="377130"/>
                  <a:pt x="208657" y="384572"/>
                </a:cubicBezTo>
                <a:cubicBezTo>
                  <a:pt x="226516" y="392013"/>
                  <a:pt x="238125" y="409426"/>
                  <a:pt x="238125" y="428625"/>
                </a:cubicBezTo>
                <a:lnTo>
                  <a:pt x="238125" y="523875"/>
                </a:lnTo>
                <a:lnTo>
                  <a:pt x="714375" y="523875"/>
                </a:lnTo>
                <a:cubicBezTo>
                  <a:pt x="740718" y="523875"/>
                  <a:pt x="762000" y="545157"/>
                  <a:pt x="762000" y="571500"/>
                </a:cubicBezTo>
                <a:cubicBezTo>
                  <a:pt x="762000" y="597843"/>
                  <a:pt x="740718" y="619125"/>
                  <a:pt x="714375" y="619125"/>
                </a:cubicBezTo>
                <a:lnTo>
                  <a:pt x="238125" y="619125"/>
                </a:lnTo>
                <a:lnTo>
                  <a:pt x="238125" y="714375"/>
                </a:lnTo>
                <a:cubicBezTo>
                  <a:pt x="238125" y="733574"/>
                  <a:pt x="226516" y="750987"/>
                  <a:pt x="208657" y="758428"/>
                </a:cubicBezTo>
                <a:cubicBezTo>
                  <a:pt x="190798" y="765870"/>
                  <a:pt x="170408" y="761702"/>
                  <a:pt x="156716" y="748159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21" name="Text 19"/>
          <p:cNvSpPr/>
          <p:nvPr/>
        </p:nvSpPr>
        <p:spPr>
          <a:xfrm>
            <a:off x="10900752" y="5945547"/>
            <a:ext cx="264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换手再做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00752" y="6351947"/>
            <a:ext cx="262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两只手的手腕都要洗干净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1176" y="7278070"/>
            <a:ext cx="6335346" cy="887046"/>
          </a:xfrm>
          <a:custGeom>
            <a:avLst/>
            <a:gdLst/>
            <a:ahLst/>
            <a:cxnLst/>
            <a:rect l="l" t="t" r="r" b="b"/>
            <a:pathLst>
              <a:path w="6335346" h="887046">
                <a:moveTo>
                  <a:pt x="203196" y="0"/>
                </a:moveTo>
                <a:lnTo>
                  <a:pt x="6132150" y="0"/>
                </a:lnTo>
                <a:cubicBezTo>
                  <a:pt x="6244372" y="0"/>
                  <a:pt x="6335346" y="90974"/>
                  <a:pt x="6335346" y="203196"/>
                </a:cubicBezTo>
                <a:lnTo>
                  <a:pt x="6335346" y="683850"/>
                </a:lnTo>
                <a:cubicBezTo>
                  <a:pt x="6335346" y="796072"/>
                  <a:pt x="6244372" y="887046"/>
                  <a:pt x="6132150" y="887046"/>
                </a:cubicBezTo>
                <a:lnTo>
                  <a:pt x="203196" y="887046"/>
                </a:lnTo>
                <a:cubicBezTo>
                  <a:pt x="90974" y="887046"/>
                  <a:pt x="0" y="796072"/>
                  <a:pt x="0" y="683850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FDE47F">
              <a:alpha val="20000"/>
            </a:srgbClr>
          </a:solidFill>
          <a:ln w="23446">
            <a:solidFill>
              <a:srgbClr val="FDE4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920" y="7598507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5" name="Text 23"/>
          <p:cNvSpPr/>
          <p:nvPr/>
        </p:nvSpPr>
        <p:spPr>
          <a:xfrm>
            <a:off x="10022498" y="7543800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小贴士：</a:t>
            </a: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手腕也要认真洗干净！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600" y="5080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七步洗手歌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1800" y="1270000"/>
            <a:ext cx="1539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跟着儿歌一起唱，记住洗手步骤！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1446" y="1903046"/>
            <a:ext cx="7374792" cy="6714392"/>
          </a:xfrm>
          <a:custGeom>
            <a:avLst/>
            <a:gdLst/>
            <a:ahLst/>
            <a:cxnLst/>
            <a:rect l="l" t="t" r="r" b="b"/>
            <a:pathLst>
              <a:path w="7374792" h="6714392">
                <a:moveTo>
                  <a:pt x="304833" y="0"/>
                </a:moveTo>
                <a:lnTo>
                  <a:pt x="7069959" y="0"/>
                </a:lnTo>
                <a:cubicBezTo>
                  <a:pt x="7238314" y="0"/>
                  <a:pt x="7374792" y="136479"/>
                  <a:pt x="7374792" y="304833"/>
                </a:cubicBezTo>
                <a:lnTo>
                  <a:pt x="7374792" y="6409559"/>
                </a:lnTo>
                <a:cubicBezTo>
                  <a:pt x="7374792" y="6577914"/>
                  <a:pt x="7238314" y="6714392"/>
                  <a:pt x="7069959" y="6714392"/>
                </a:cubicBezTo>
                <a:lnTo>
                  <a:pt x="304833" y="6714392"/>
                </a:lnTo>
                <a:cubicBezTo>
                  <a:pt x="136479" y="6714392"/>
                  <a:pt x="0" y="6577914"/>
                  <a:pt x="0" y="6409559"/>
                </a:cubicBezTo>
                <a:lnTo>
                  <a:pt x="0" y="304833"/>
                </a:lnTo>
                <a:cubicBezTo>
                  <a:pt x="0" y="136591"/>
                  <a:pt x="136591" y="0"/>
                  <a:pt x="304833" y="0"/>
                </a:cubicBezTo>
                <a:close/>
              </a:path>
            </a:pathLst>
          </a:custGeom>
          <a:solidFill>
            <a:srgbClr val="FFFFFF"/>
          </a:solidFill>
          <a:ln w="46892">
            <a:solidFill>
              <a:srgbClr val="89CFF0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1400" y="2855913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160859" y="17363"/>
                </a:moveTo>
                <a:cubicBezTo>
                  <a:pt x="1179711" y="32494"/>
                  <a:pt x="1190625" y="55314"/>
                  <a:pt x="1190625" y="79375"/>
                </a:cubicBezTo>
                <a:lnTo>
                  <a:pt x="1190625" y="833438"/>
                </a:lnTo>
                <a:cubicBezTo>
                  <a:pt x="1190625" y="943074"/>
                  <a:pt x="1083965" y="1031875"/>
                  <a:pt x="952500" y="1031875"/>
                </a:cubicBezTo>
                <a:cubicBezTo>
                  <a:pt x="821035" y="1031875"/>
                  <a:pt x="714375" y="943074"/>
                  <a:pt x="714375" y="833438"/>
                </a:cubicBezTo>
                <a:cubicBezTo>
                  <a:pt x="714375" y="723801"/>
                  <a:pt x="821035" y="635000"/>
                  <a:pt x="952500" y="635000"/>
                </a:cubicBezTo>
                <a:cubicBezTo>
                  <a:pt x="980281" y="635000"/>
                  <a:pt x="1007070" y="638969"/>
                  <a:pt x="1031875" y="646410"/>
                </a:cubicBezTo>
                <a:lnTo>
                  <a:pt x="1031875" y="356939"/>
                </a:lnTo>
                <a:lnTo>
                  <a:pt x="476250" y="480467"/>
                </a:lnTo>
                <a:lnTo>
                  <a:pt x="476250" y="992188"/>
                </a:lnTo>
                <a:cubicBezTo>
                  <a:pt x="476250" y="1101824"/>
                  <a:pt x="369590" y="1190625"/>
                  <a:pt x="238125" y="1190625"/>
                </a:cubicBezTo>
                <a:cubicBezTo>
                  <a:pt x="106660" y="1190625"/>
                  <a:pt x="0" y="1101824"/>
                  <a:pt x="0" y="992188"/>
                </a:cubicBezTo>
                <a:cubicBezTo>
                  <a:pt x="0" y="882551"/>
                  <a:pt x="106660" y="793750"/>
                  <a:pt x="238125" y="793750"/>
                </a:cubicBezTo>
                <a:cubicBezTo>
                  <a:pt x="265906" y="793750"/>
                  <a:pt x="292695" y="797719"/>
                  <a:pt x="317500" y="805160"/>
                </a:cubicBezTo>
                <a:lnTo>
                  <a:pt x="317500" y="238125"/>
                </a:lnTo>
                <a:cubicBezTo>
                  <a:pt x="317500" y="200918"/>
                  <a:pt x="343297" y="168672"/>
                  <a:pt x="379760" y="160734"/>
                </a:cubicBezTo>
                <a:lnTo>
                  <a:pt x="1094135" y="1984"/>
                </a:lnTo>
                <a:cubicBezTo>
                  <a:pt x="1117699" y="-3225"/>
                  <a:pt x="1142256" y="2480"/>
                  <a:pt x="1161107" y="17611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6" name="Shape 4"/>
          <p:cNvSpPr/>
          <p:nvPr/>
        </p:nvSpPr>
        <p:spPr>
          <a:xfrm>
            <a:off x="961292" y="4430713"/>
            <a:ext cx="6515100" cy="2463800"/>
          </a:xfrm>
          <a:custGeom>
            <a:avLst/>
            <a:gdLst/>
            <a:ahLst/>
            <a:cxnLst/>
            <a:rect l="l" t="t" r="r" b="b"/>
            <a:pathLst>
              <a:path w="6515100" h="2463800">
                <a:moveTo>
                  <a:pt x="203190" y="0"/>
                </a:moveTo>
                <a:lnTo>
                  <a:pt x="6311910" y="0"/>
                </a:lnTo>
                <a:cubicBezTo>
                  <a:pt x="6424129" y="0"/>
                  <a:pt x="6515100" y="90971"/>
                  <a:pt x="6515100" y="203190"/>
                </a:cubicBezTo>
                <a:lnTo>
                  <a:pt x="6515100" y="2260610"/>
                </a:lnTo>
                <a:cubicBezTo>
                  <a:pt x="6515100" y="2372829"/>
                  <a:pt x="6424129" y="2463800"/>
                  <a:pt x="6311910" y="2463800"/>
                </a:cubicBezTo>
                <a:lnTo>
                  <a:pt x="203190" y="2463800"/>
                </a:lnTo>
                <a:cubicBezTo>
                  <a:pt x="90971" y="2463800"/>
                  <a:pt x="0" y="2372829"/>
                  <a:pt x="0" y="2260610"/>
                </a:cubicBezTo>
                <a:lnTo>
                  <a:pt x="0" y="203190"/>
                </a:lnTo>
                <a:cubicBezTo>
                  <a:pt x="0" y="91046"/>
                  <a:pt x="91046" y="0"/>
                  <a:pt x="203190" y="0"/>
                </a:cubicBezTo>
                <a:close/>
              </a:path>
            </a:pathLst>
          </a:custGeom>
          <a:solidFill>
            <a:srgbClr val="89CFF0">
              <a:alpha val="10196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170842" y="4735513"/>
            <a:ext cx="6096000" cy="185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小手洗呀洗，泡泡变变变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内、外、夹、弓、大、立、腕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小手洗得真干净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92325" y="729627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9" name="Text 7"/>
          <p:cNvSpPr/>
          <p:nvPr/>
        </p:nvSpPr>
        <p:spPr>
          <a:xfrm>
            <a:off x="1367692" y="7202488"/>
            <a:ext cx="6184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每次洗手至少搓 </a:t>
            </a:r>
            <a:r>
              <a:rPr lang="en-US" sz="30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20秒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哦！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54646" y="1903046"/>
            <a:ext cx="7374792" cy="6714392"/>
          </a:xfrm>
          <a:custGeom>
            <a:avLst/>
            <a:gdLst/>
            <a:ahLst/>
            <a:cxnLst/>
            <a:rect l="l" t="t" r="r" b="b"/>
            <a:pathLst>
              <a:path w="7374792" h="6714392">
                <a:moveTo>
                  <a:pt x="304833" y="0"/>
                </a:moveTo>
                <a:lnTo>
                  <a:pt x="7069959" y="0"/>
                </a:lnTo>
                <a:cubicBezTo>
                  <a:pt x="7238314" y="0"/>
                  <a:pt x="7374792" y="136479"/>
                  <a:pt x="7374792" y="304833"/>
                </a:cubicBezTo>
                <a:lnTo>
                  <a:pt x="7374792" y="6409559"/>
                </a:lnTo>
                <a:cubicBezTo>
                  <a:pt x="7374792" y="6577914"/>
                  <a:pt x="7238314" y="6714392"/>
                  <a:pt x="7069959" y="6714392"/>
                </a:cubicBezTo>
                <a:lnTo>
                  <a:pt x="304833" y="6714392"/>
                </a:lnTo>
                <a:cubicBezTo>
                  <a:pt x="136479" y="6714392"/>
                  <a:pt x="0" y="6577914"/>
                  <a:pt x="0" y="6409559"/>
                </a:cubicBezTo>
                <a:lnTo>
                  <a:pt x="0" y="304833"/>
                </a:lnTo>
                <a:cubicBezTo>
                  <a:pt x="0" y="136591"/>
                  <a:pt x="136591" y="0"/>
                  <a:pt x="304833" y="0"/>
                </a:cubicBezTo>
                <a:close/>
              </a:path>
            </a:pathLst>
          </a:custGeom>
          <a:solidFill>
            <a:srgbClr val="FDE47F">
              <a:alpha val="20000"/>
            </a:srgbClr>
          </a:solidFill>
          <a:ln w="46892">
            <a:solidFill>
              <a:srgbClr val="FDE4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58601" y="2794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581223" y="762000"/>
                </a:moveTo>
                <a:cubicBezTo>
                  <a:pt x="595709" y="717748"/>
                  <a:pt x="624681" y="677664"/>
                  <a:pt x="657423" y="643136"/>
                </a:cubicBezTo>
                <a:cubicBezTo>
                  <a:pt x="722312" y="574873"/>
                  <a:pt x="762000" y="482600"/>
                  <a:pt x="762000" y="381000"/>
                </a:cubicBezTo>
                <a:cubicBezTo>
                  <a:pt x="762000" y="170656"/>
                  <a:pt x="591344" y="0"/>
                  <a:pt x="381000" y="0"/>
                </a:cubicBezTo>
                <a:cubicBezTo>
                  <a:pt x="170656" y="0"/>
                  <a:pt x="0" y="170656"/>
                  <a:pt x="0" y="381000"/>
                </a:cubicBezTo>
                <a:cubicBezTo>
                  <a:pt x="0" y="482600"/>
                  <a:pt x="39688" y="574873"/>
                  <a:pt x="104577" y="643136"/>
                </a:cubicBezTo>
                <a:cubicBezTo>
                  <a:pt x="137319" y="677664"/>
                  <a:pt x="166489" y="717748"/>
                  <a:pt x="180777" y="762000"/>
                </a:cubicBezTo>
                <a:lnTo>
                  <a:pt x="581025" y="762000"/>
                </a:lnTo>
                <a:close/>
                <a:moveTo>
                  <a:pt x="571500" y="857250"/>
                </a:moveTo>
                <a:lnTo>
                  <a:pt x="190500" y="857250"/>
                </a:lnTo>
                <a:lnTo>
                  <a:pt x="190500" y="889000"/>
                </a:lnTo>
                <a:cubicBezTo>
                  <a:pt x="190500" y="976709"/>
                  <a:pt x="261541" y="1047750"/>
                  <a:pt x="349250" y="1047750"/>
                </a:cubicBezTo>
                <a:lnTo>
                  <a:pt x="412750" y="1047750"/>
                </a:lnTo>
                <a:cubicBezTo>
                  <a:pt x="500459" y="1047750"/>
                  <a:pt x="571500" y="976709"/>
                  <a:pt x="571500" y="889000"/>
                </a:cubicBezTo>
                <a:lnTo>
                  <a:pt x="571500" y="857250"/>
                </a:lnTo>
                <a:close/>
                <a:moveTo>
                  <a:pt x="365125" y="222250"/>
                </a:moveTo>
                <a:cubicBezTo>
                  <a:pt x="286147" y="222250"/>
                  <a:pt x="222250" y="286147"/>
                  <a:pt x="222250" y="365125"/>
                </a:cubicBezTo>
                <a:cubicBezTo>
                  <a:pt x="222250" y="391517"/>
                  <a:pt x="201017" y="412750"/>
                  <a:pt x="174625" y="412750"/>
                </a:cubicBezTo>
                <a:cubicBezTo>
                  <a:pt x="148233" y="412750"/>
                  <a:pt x="127000" y="391517"/>
                  <a:pt x="127000" y="365125"/>
                </a:cubicBezTo>
                <a:cubicBezTo>
                  <a:pt x="127000" y="233561"/>
                  <a:pt x="233561" y="127000"/>
                  <a:pt x="365125" y="127000"/>
                </a:cubicBezTo>
                <a:cubicBezTo>
                  <a:pt x="391517" y="127000"/>
                  <a:pt x="412750" y="148233"/>
                  <a:pt x="412750" y="174625"/>
                </a:cubicBezTo>
                <a:cubicBezTo>
                  <a:pt x="412750" y="201017"/>
                  <a:pt x="391517" y="222250"/>
                  <a:pt x="365125" y="222250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12" name="Text 10"/>
          <p:cNvSpPr/>
          <p:nvPr/>
        </p:nvSpPr>
        <p:spPr>
          <a:xfrm>
            <a:off x="8689242" y="4114800"/>
            <a:ext cx="670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其他计时方法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84492" y="4775200"/>
            <a:ext cx="6515100" cy="1371600"/>
          </a:xfrm>
          <a:custGeom>
            <a:avLst/>
            <a:gdLst/>
            <a:ahLst/>
            <a:cxnLst/>
            <a:rect l="l" t="t" r="r" b="b"/>
            <a:pathLst>
              <a:path w="6515100" h="1371600">
                <a:moveTo>
                  <a:pt x="203203" y="0"/>
                </a:moveTo>
                <a:lnTo>
                  <a:pt x="6311897" y="0"/>
                </a:lnTo>
                <a:cubicBezTo>
                  <a:pt x="6424123" y="0"/>
                  <a:pt x="6515100" y="90977"/>
                  <a:pt x="6515100" y="203203"/>
                </a:cubicBezTo>
                <a:lnTo>
                  <a:pt x="6515100" y="1168397"/>
                </a:lnTo>
                <a:cubicBezTo>
                  <a:pt x="6515100" y="1280623"/>
                  <a:pt x="6424123" y="1371600"/>
                  <a:pt x="63118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2292" y="5029200"/>
            <a:ext cx="6159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唱两遍《生日快乐》歌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74992" y="5537200"/>
            <a:ext cx="6134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Happy Birthday to You~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84492" y="6350000"/>
            <a:ext cx="6515100" cy="1371600"/>
          </a:xfrm>
          <a:custGeom>
            <a:avLst/>
            <a:gdLst/>
            <a:ahLst/>
            <a:cxnLst/>
            <a:rect l="l" t="t" r="r" b="b"/>
            <a:pathLst>
              <a:path w="6515100" h="1371600">
                <a:moveTo>
                  <a:pt x="203203" y="0"/>
                </a:moveTo>
                <a:lnTo>
                  <a:pt x="6311897" y="0"/>
                </a:lnTo>
                <a:cubicBezTo>
                  <a:pt x="6424123" y="0"/>
                  <a:pt x="6515100" y="90977"/>
                  <a:pt x="6515100" y="203203"/>
                </a:cubicBezTo>
                <a:lnTo>
                  <a:pt x="6515100" y="1168397"/>
                </a:lnTo>
                <a:cubicBezTo>
                  <a:pt x="6515100" y="1280623"/>
                  <a:pt x="6424123" y="1371600"/>
                  <a:pt x="63118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2292" y="6604000"/>
            <a:ext cx="6159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数到20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74992" y="7112000"/>
            <a:ext cx="6134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1、2、3、4……20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167" y="468810"/>
            <a:ext cx="15599665" cy="5625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30" b="1" dirty="0">
                <a:solidFill>
                  <a:srgbClr val="89CFF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让我们一起来洗手吧！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8489" y="1172026"/>
            <a:ext cx="15459022" cy="375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跟着老师一起做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87964" y="2115507"/>
            <a:ext cx="2437814" cy="3328554"/>
          </a:xfrm>
          <a:custGeom>
            <a:avLst/>
            <a:gdLst/>
            <a:ahLst/>
            <a:cxnLst/>
            <a:rect l="l" t="t" r="r" b="b"/>
            <a:pathLst>
              <a:path w="2437814" h="3328554">
                <a:moveTo>
                  <a:pt x="187517" y="0"/>
                </a:moveTo>
                <a:lnTo>
                  <a:pt x="2250297" y="0"/>
                </a:lnTo>
                <a:cubicBezTo>
                  <a:pt x="2353860" y="0"/>
                  <a:pt x="2437814" y="83954"/>
                  <a:pt x="2437814" y="187517"/>
                </a:cubicBezTo>
                <a:lnTo>
                  <a:pt x="2437814" y="3141037"/>
                </a:lnTo>
                <a:cubicBezTo>
                  <a:pt x="2437814" y="3244600"/>
                  <a:pt x="2353860" y="3328554"/>
                  <a:pt x="2250297" y="3328554"/>
                </a:cubicBezTo>
                <a:lnTo>
                  <a:pt x="187517" y="3328554"/>
                </a:lnTo>
                <a:cubicBezTo>
                  <a:pt x="83954" y="3328554"/>
                  <a:pt x="0" y="3244600"/>
                  <a:pt x="0" y="3141037"/>
                </a:cubicBezTo>
                <a:lnTo>
                  <a:pt x="0" y="187517"/>
                </a:lnTo>
                <a:cubicBezTo>
                  <a:pt x="0" y="84023"/>
                  <a:pt x="84023" y="0"/>
                  <a:pt x="1875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38061" y="2396793"/>
            <a:ext cx="937621" cy="937621"/>
          </a:xfrm>
          <a:custGeom>
            <a:avLst/>
            <a:gdLst/>
            <a:ahLst/>
            <a:cxnLst/>
            <a:rect l="l" t="t" r="r" b="b"/>
            <a:pathLst>
              <a:path w="937621" h="937621">
                <a:moveTo>
                  <a:pt x="468810" y="0"/>
                </a:moveTo>
                <a:lnTo>
                  <a:pt x="468810" y="0"/>
                </a:lnTo>
                <a:cubicBezTo>
                  <a:pt x="727554" y="0"/>
                  <a:pt x="937621" y="210067"/>
                  <a:pt x="937621" y="468810"/>
                </a:cubicBezTo>
                <a:lnTo>
                  <a:pt x="937621" y="468810"/>
                </a:lnTo>
                <a:cubicBezTo>
                  <a:pt x="937621" y="727554"/>
                  <a:pt x="727554" y="937621"/>
                  <a:pt x="468810" y="937621"/>
                </a:cubicBezTo>
                <a:lnTo>
                  <a:pt x="468810" y="937621"/>
                </a:lnTo>
                <a:cubicBezTo>
                  <a:pt x="210067" y="937621"/>
                  <a:pt x="0" y="727554"/>
                  <a:pt x="0" y="468810"/>
                </a:cubicBezTo>
                <a:lnTo>
                  <a:pt x="0" y="468810"/>
                </a:lnTo>
                <a:cubicBezTo>
                  <a:pt x="0" y="210067"/>
                  <a:pt x="210067" y="0"/>
                  <a:pt x="46881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8446" y="2631198"/>
            <a:ext cx="375048" cy="468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55264" y="3521938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263706" y="87902"/>
                </a:moveTo>
                <a:cubicBezTo>
                  <a:pt x="263706" y="63592"/>
                  <a:pt x="283346" y="43951"/>
                  <a:pt x="307657" y="43951"/>
                </a:cubicBezTo>
                <a:cubicBezTo>
                  <a:pt x="331967" y="43951"/>
                  <a:pt x="351608" y="63592"/>
                  <a:pt x="351608" y="87902"/>
                </a:cubicBezTo>
                <a:lnTo>
                  <a:pt x="483461" y="87902"/>
                </a:lnTo>
                <a:cubicBezTo>
                  <a:pt x="507771" y="87902"/>
                  <a:pt x="527412" y="107543"/>
                  <a:pt x="527412" y="131853"/>
                </a:cubicBezTo>
                <a:cubicBezTo>
                  <a:pt x="527412" y="156163"/>
                  <a:pt x="507771" y="175804"/>
                  <a:pt x="483461" y="175804"/>
                </a:cubicBezTo>
                <a:lnTo>
                  <a:pt x="351608" y="175804"/>
                </a:lnTo>
                <a:lnTo>
                  <a:pt x="351608" y="263706"/>
                </a:lnTo>
                <a:lnTo>
                  <a:pt x="377292" y="263706"/>
                </a:lnTo>
                <a:cubicBezTo>
                  <a:pt x="388966" y="263706"/>
                  <a:pt x="400091" y="268376"/>
                  <a:pt x="408332" y="276616"/>
                </a:cubicBezTo>
                <a:lnTo>
                  <a:pt x="439372" y="307657"/>
                </a:lnTo>
                <a:lnTo>
                  <a:pt x="483323" y="307657"/>
                </a:lnTo>
                <a:cubicBezTo>
                  <a:pt x="604738" y="307657"/>
                  <a:pt x="703078" y="405997"/>
                  <a:pt x="703078" y="527412"/>
                </a:cubicBezTo>
                <a:cubicBezTo>
                  <a:pt x="703078" y="551722"/>
                  <a:pt x="683438" y="571363"/>
                  <a:pt x="659127" y="571363"/>
                </a:cubicBezTo>
                <a:lnTo>
                  <a:pt x="571225" y="571363"/>
                </a:lnTo>
                <a:cubicBezTo>
                  <a:pt x="546915" y="571363"/>
                  <a:pt x="527274" y="551722"/>
                  <a:pt x="527274" y="527412"/>
                </a:cubicBezTo>
                <a:cubicBezTo>
                  <a:pt x="527274" y="503101"/>
                  <a:pt x="507634" y="483461"/>
                  <a:pt x="483323" y="483461"/>
                </a:cubicBezTo>
                <a:lnTo>
                  <a:pt x="433741" y="483461"/>
                </a:lnTo>
                <a:cubicBezTo>
                  <a:pt x="405997" y="523291"/>
                  <a:pt x="359711" y="549387"/>
                  <a:pt x="307519" y="549387"/>
                </a:cubicBezTo>
                <a:cubicBezTo>
                  <a:pt x="255328" y="549387"/>
                  <a:pt x="209042" y="523291"/>
                  <a:pt x="181298" y="483461"/>
                </a:cubicBezTo>
                <a:lnTo>
                  <a:pt x="43951" y="483461"/>
                </a:lnTo>
                <a:cubicBezTo>
                  <a:pt x="19641" y="483461"/>
                  <a:pt x="0" y="463820"/>
                  <a:pt x="0" y="439510"/>
                </a:cubicBezTo>
                <a:lnTo>
                  <a:pt x="0" y="351608"/>
                </a:lnTo>
                <a:cubicBezTo>
                  <a:pt x="0" y="327297"/>
                  <a:pt x="19641" y="307657"/>
                  <a:pt x="43951" y="307657"/>
                </a:cubicBezTo>
                <a:lnTo>
                  <a:pt x="175804" y="307657"/>
                </a:lnTo>
                <a:lnTo>
                  <a:pt x="206844" y="276616"/>
                </a:lnTo>
                <a:cubicBezTo>
                  <a:pt x="215085" y="268376"/>
                  <a:pt x="226210" y="263706"/>
                  <a:pt x="237885" y="263706"/>
                </a:cubicBezTo>
                <a:lnTo>
                  <a:pt x="263568" y="263706"/>
                </a:lnTo>
                <a:lnTo>
                  <a:pt x="263568" y="175804"/>
                </a:lnTo>
                <a:lnTo>
                  <a:pt x="131716" y="175804"/>
                </a:lnTo>
                <a:cubicBezTo>
                  <a:pt x="107405" y="175804"/>
                  <a:pt x="87765" y="156163"/>
                  <a:pt x="87765" y="131853"/>
                </a:cubicBezTo>
                <a:cubicBezTo>
                  <a:pt x="87765" y="107543"/>
                  <a:pt x="107543" y="87902"/>
                  <a:pt x="131853" y="87902"/>
                </a:cubicBezTo>
                <a:lnTo>
                  <a:pt x="263706" y="87902"/>
                </a:lnTo>
                <a:close/>
              </a:path>
            </a:pathLst>
          </a:custGeom>
          <a:solidFill>
            <a:srgbClr val="89CFF0"/>
          </a:solidFill>
        </p:spPr>
      </p:sp>
      <p:sp>
        <p:nvSpPr>
          <p:cNvPr id="8" name="Text 6"/>
          <p:cNvSpPr/>
          <p:nvPr/>
        </p:nvSpPr>
        <p:spPr>
          <a:xfrm>
            <a:off x="4398929" y="4365797"/>
            <a:ext cx="2015885" cy="375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打开水龙头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0649" y="4834607"/>
            <a:ext cx="1992444" cy="32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让小手充分淋湿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07065" y="2115507"/>
            <a:ext cx="2437814" cy="3328554"/>
          </a:xfrm>
          <a:custGeom>
            <a:avLst/>
            <a:gdLst/>
            <a:ahLst/>
            <a:cxnLst/>
            <a:rect l="l" t="t" r="r" b="b"/>
            <a:pathLst>
              <a:path w="2437814" h="3328554">
                <a:moveTo>
                  <a:pt x="187517" y="0"/>
                </a:moveTo>
                <a:lnTo>
                  <a:pt x="2250297" y="0"/>
                </a:lnTo>
                <a:cubicBezTo>
                  <a:pt x="2353860" y="0"/>
                  <a:pt x="2437814" y="83954"/>
                  <a:pt x="2437814" y="187517"/>
                </a:cubicBezTo>
                <a:lnTo>
                  <a:pt x="2437814" y="3141037"/>
                </a:lnTo>
                <a:cubicBezTo>
                  <a:pt x="2437814" y="3244600"/>
                  <a:pt x="2353860" y="3328554"/>
                  <a:pt x="2250297" y="3328554"/>
                </a:cubicBezTo>
                <a:lnTo>
                  <a:pt x="187517" y="3328554"/>
                </a:lnTo>
                <a:cubicBezTo>
                  <a:pt x="83954" y="3328554"/>
                  <a:pt x="0" y="3244600"/>
                  <a:pt x="0" y="3141037"/>
                </a:cubicBezTo>
                <a:lnTo>
                  <a:pt x="0" y="187517"/>
                </a:lnTo>
                <a:cubicBezTo>
                  <a:pt x="0" y="84023"/>
                  <a:pt x="84023" y="0"/>
                  <a:pt x="1875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57162" y="2396793"/>
            <a:ext cx="937621" cy="937621"/>
          </a:xfrm>
          <a:custGeom>
            <a:avLst/>
            <a:gdLst/>
            <a:ahLst/>
            <a:cxnLst/>
            <a:rect l="l" t="t" r="r" b="b"/>
            <a:pathLst>
              <a:path w="937621" h="937621">
                <a:moveTo>
                  <a:pt x="468810" y="0"/>
                </a:moveTo>
                <a:lnTo>
                  <a:pt x="468810" y="0"/>
                </a:lnTo>
                <a:cubicBezTo>
                  <a:pt x="727554" y="0"/>
                  <a:pt x="937621" y="210067"/>
                  <a:pt x="937621" y="468810"/>
                </a:cubicBezTo>
                <a:lnTo>
                  <a:pt x="937621" y="468810"/>
                </a:lnTo>
                <a:cubicBezTo>
                  <a:pt x="937621" y="727554"/>
                  <a:pt x="727554" y="937621"/>
                  <a:pt x="468810" y="937621"/>
                </a:cubicBezTo>
                <a:lnTo>
                  <a:pt x="468810" y="937621"/>
                </a:lnTo>
                <a:cubicBezTo>
                  <a:pt x="210067" y="937621"/>
                  <a:pt x="0" y="727554"/>
                  <a:pt x="0" y="468810"/>
                </a:cubicBezTo>
                <a:lnTo>
                  <a:pt x="0" y="468810"/>
                </a:lnTo>
                <a:cubicBezTo>
                  <a:pt x="0" y="210067"/>
                  <a:pt x="210067" y="0"/>
                  <a:pt x="46881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1822" y="2631198"/>
            <a:ext cx="445370" cy="468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06217" y="3521938"/>
            <a:ext cx="439510" cy="703216"/>
          </a:xfrm>
          <a:custGeom>
            <a:avLst/>
            <a:gdLst/>
            <a:ahLst/>
            <a:cxnLst/>
            <a:rect l="l" t="t" r="r" b="b"/>
            <a:pathLst>
              <a:path w="439510" h="703216">
                <a:moveTo>
                  <a:pt x="131853" y="0"/>
                </a:moveTo>
                <a:lnTo>
                  <a:pt x="131853" y="109877"/>
                </a:lnTo>
                <a:lnTo>
                  <a:pt x="307657" y="109877"/>
                </a:lnTo>
                <a:lnTo>
                  <a:pt x="307657" y="76914"/>
                </a:lnTo>
                <a:lnTo>
                  <a:pt x="406547" y="76914"/>
                </a:lnTo>
                <a:cubicBezTo>
                  <a:pt x="424814" y="76914"/>
                  <a:pt x="439510" y="62218"/>
                  <a:pt x="439510" y="43951"/>
                </a:cubicBezTo>
                <a:cubicBezTo>
                  <a:pt x="439510" y="25684"/>
                  <a:pt x="424814" y="10988"/>
                  <a:pt x="406547" y="10988"/>
                </a:cubicBezTo>
                <a:lnTo>
                  <a:pt x="307657" y="10988"/>
                </a:lnTo>
                <a:lnTo>
                  <a:pt x="307657" y="0"/>
                </a:lnTo>
                <a:cubicBezTo>
                  <a:pt x="307657" y="-24310"/>
                  <a:pt x="288016" y="-43951"/>
                  <a:pt x="263706" y="-43951"/>
                </a:cubicBezTo>
                <a:lnTo>
                  <a:pt x="175804" y="-43951"/>
                </a:lnTo>
                <a:cubicBezTo>
                  <a:pt x="151494" y="-43951"/>
                  <a:pt x="131853" y="-24310"/>
                  <a:pt x="131853" y="0"/>
                </a:cubicBezTo>
                <a:close/>
                <a:moveTo>
                  <a:pt x="87902" y="175804"/>
                </a:moveTo>
                <a:cubicBezTo>
                  <a:pt x="39419" y="175804"/>
                  <a:pt x="0" y="215222"/>
                  <a:pt x="0" y="263706"/>
                </a:cubicBezTo>
                <a:lnTo>
                  <a:pt x="0" y="615314"/>
                </a:lnTo>
                <a:cubicBezTo>
                  <a:pt x="0" y="663797"/>
                  <a:pt x="39419" y="703216"/>
                  <a:pt x="87902" y="703216"/>
                </a:cubicBezTo>
                <a:lnTo>
                  <a:pt x="351608" y="703216"/>
                </a:lnTo>
                <a:cubicBezTo>
                  <a:pt x="400091" y="703216"/>
                  <a:pt x="439510" y="663797"/>
                  <a:pt x="439510" y="615314"/>
                </a:cubicBezTo>
                <a:lnTo>
                  <a:pt x="439510" y="263706"/>
                </a:lnTo>
                <a:cubicBezTo>
                  <a:pt x="439510" y="215222"/>
                  <a:pt x="400091" y="175804"/>
                  <a:pt x="351608" y="175804"/>
                </a:cubicBezTo>
                <a:lnTo>
                  <a:pt x="87902" y="175804"/>
                </a:lnTo>
                <a:close/>
                <a:moveTo>
                  <a:pt x="307657" y="472473"/>
                </a:moveTo>
                <a:cubicBezTo>
                  <a:pt x="307657" y="520956"/>
                  <a:pt x="268238" y="549387"/>
                  <a:pt x="219755" y="549387"/>
                </a:cubicBezTo>
                <a:cubicBezTo>
                  <a:pt x="171271" y="549387"/>
                  <a:pt x="131853" y="520956"/>
                  <a:pt x="131853" y="472473"/>
                </a:cubicBezTo>
                <a:cubicBezTo>
                  <a:pt x="131853" y="427835"/>
                  <a:pt x="182671" y="361359"/>
                  <a:pt x="201762" y="338010"/>
                </a:cubicBezTo>
                <a:cubicBezTo>
                  <a:pt x="206158" y="332654"/>
                  <a:pt x="212888" y="329632"/>
                  <a:pt x="219755" y="329632"/>
                </a:cubicBezTo>
                <a:cubicBezTo>
                  <a:pt x="226622" y="329632"/>
                  <a:pt x="233352" y="332654"/>
                  <a:pt x="237747" y="338010"/>
                </a:cubicBezTo>
                <a:cubicBezTo>
                  <a:pt x="256839" y="361359"/>
                  <a:pt x="307657" y="427835"/>
                  <a:pt x="307657" y="472473"/>
                </a:cubicBezTo>
                <a:close/>
              </a:path>
            </a:pathLst>
          </a:custGeom>
          <a:solidFill>
            <a:srgbClr val="FFDAB9"/>
          </a:solidFill>
        </p:spPr>
      </p:sp>
      <p:sp>
        <p:nvSpPr>
          <p:cNvPr id="14" name="Text 12"/>
          <p:cNvSpPr/>
          <p:nvPr/>
        </p:nvSpPr>
        <p:spPr>
          <a:xfrm>
            <a:off x="7118030" y="4365797"/>
            <a:ext cx="2015885" cy="375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抹肥皂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29750" y="4834607"/>
            <a:ext cx="1992444" cy="32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挤出适量洗手液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26165" y="2115507"/>
            <a:ext cx="2437814" cy="3328554"/>
          </a:xfrm>
          <a:custGeom>
            <a:avLst/>
            <a:gdLst/>
            <a:ahLst/>
            <a:cxnLst/>
            <a:rect l="l" t="t" r="r" b="b"/>
            <a:pathLst>
              <a:path w="2437814" h="3328554">
                <a:moveTo>
                  <a:pt x="187517" y="0"/>
                </a:moveTo>
                <a:lnTo>
                  <a:pt x="2250297" y="0"/>
                </a:lnTo>
                <a:cubicBezTo>
                  <a:pt x="2353860" y="0"/>
                  <a:pt x="2437814" y="83954"/>
                  <a:pt x="2437814" y="187517"/>
                </a:cubicBezTo>
                <a:lnTo>
                  <a:pt x="2437814" y="3141037"/>
                </a:lnTo>
                <a:cubicBezTo>
                  <a:pt x="2437814" y="3244600"/>
                  <a:pt x="2353860" y="3328554"/>
                  <a:pt x="2250297" y="3328554"/>
                </a:cubicBezTo>
                <a:lnTo>
                  <a:pt x="187517" y="3328554"/>
                </a:lnTo>
                <a:cubicBezTo>
                  <a:pt x="83954" y="3328554"/>
                  <a:pt x="0" y="3244600"/>
                  <a:pt x="0" y="3141037"/>
                </a:cubicBezTo>
                <a:lnTo>
                  <a:pt x="0" y="187517"/>
                </a:lnTo>
                <a:cubicBezTo>
                  <a:pt x="0" y="84023"/>
                  <a:pt x="84023" y="0"/>
                  <a:pt x="1875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376262" y="2396793"/>
            <a:ext cx="937621" cy="937621"/>
          </a:xfrm>
          <a:custGeom>
            <a:avLst/>
            <a:gdLst/>
            <a:ahLst/>
            <a:cxnLst/>
            <a:rect l="l" t="t" r="r" b="b"/>
            <a:pathLst>
              <a:path w="937621" h="937621">
                <a:moveTo>
                  <a:pt x="468810" y="0"/>
                </a:moveTo>
                <a:lnTo>
                  <a:pt x="468810" y="0"/>
                </a:lnTo>
                <a:cubicBezTo>
                  <a:pt x="727554" y="0"/>
                  <a:pt x="937621" y="210067"/>
                  <a:pt x="937621" y="468810"/>
                </a:cubicBezTo>
                <a:lnTo>
                  <a:pt x="937621" y="468810"/>
                </a:lnTo>
                <a:cubicBezTo>
                  <a:pt x="937621" y="727554"/>
                  <a:pt x="727554" y="937621"/>
                  <a:pt x="468810" y="937621"/>
                </a:cubicBezTo>
                <a:lnTo>
                  <a:pt x="468810" y="937621"/>
                </a:lnTo>
                <a:cubicBezTo>
                  <a:pt x="210067" y="937621"/>
                  <a:pt x="0" y="727554"/>
                  <a:pt x="0" y="468810"/>
                </a:cubicBezTo>
                <a:lnTo>
                  <a:pt x="0" y="468810"/>
                </a:lnTo>
                <a:cubicBezTo>
                  <a:pt x="0" y="210067"/>
                  <a:pt x="210067" y="0"/>
                  <a:pt x="46881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615513" y="2631198"/>
            <a:ext cx="457090" cy="468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2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493464" y="3521938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527412" y="87902"/>
                </a:moveTo>
                <a:cubicBezTo>
                  <a:pt x="551669" y="87902"/>
                  <a:pt x="571363" y="68208"/>
                  <a:pt x="571363" y="43951"/>
                </a:cubicBezTo>
                <a:cubicBezTo>
                  <a:pt x="571363" y="19694"/>
                  <a:pt x="551669" y="0"/>
                  <a:pt x="527412" y="0"/>
                </a:cubicBezTo>
                <a:cubicBezTo>
                  <a:pt x="503154" y="0"/>
                  <a:pt x="483461" y="19694"/>
                  <a:pt x="483461" y="43951"/>
                </a:cubicBezTo>
                <a:cubicBezTo>
                  <a:pt x="483461" y="68208"/>
                  <a:pt x="503154" y="87902"/>
                  <a:pt x="527412" y="87902"/>
                </a:cubicBezTo>
                <a:close/>
                <a:moveTo>
                  <a:pt x="659265" y="263706"/>
                </a:moveTo>
                <a:cubicBezTo>
                  <a:pt x="683522" y="263706"/>
                  <a:pt x="703216" y="244012"/>
                  <a:pt x="703216" y="219755"/>
                </a:cubicBezTo>
                <a:cubicBezTo>
                  <a:pt x="703216" y="195498"/>
                  <a:pt x="683522" y="175804"/>
                  <a:pt x="659265" y="175804"/>
                </a:cubicBezTo>
                <a:cubicBezTo>
                  <a:pt x="635007" y="175804"/>
                  <a:pt x="615314" y="195498"/>
                  <a:pt x="615314" y="219755"/>
                </a:cubicBezTo>
                <a:cubicBezTo>
                  <a:pt x="615314" y="244012"/>
                  <a:pt x="635007" y="263706"/>
                  <a:pt x="659265" y="263706"/>
                </a:cubicBezTo>
                <a:close/>
                <a:moveTo>
                  <a:pt x="175804" y="637289"/>
                </a:moveTo>
                <a:cubicBezTo>
                  <a:pt x="175804" y="600903"/>
                  <a:pt x="146263" y="571363"/>
                  <a:pt x="109877" y="571363"/>
                </a:cubicBezTo>
                <a:cubicBezTo>
                  <a:pt x="73492" y="571363"/>
                  <a:pt x="43951" y="600903"/>
                  <a:pt x="43951" y="637289"/>
                </a:cubicBezTo>
                <a:cubicBezTo>
                  <a:pt x="43951" y="673675"/>
                  <a:pt x="73492" y="703216"/>
                  <a:pt x="109877" y="703216"/>
                </a:cubicBezTo>
                <a:cubicBezTo>
                  <a:pt x="146263" y="703216"/>
                  <a:pt x="175804" y="673675"/>
                  <a:pt x="175804" y="637289"/>
                </a:cubicBezTo>
                <a:close/>
                <a:moveTo>
                  <a:pt x="0" y="219755"/>
                </a:moveTo>
                <a:lnTo>
                  <a:pt x="137" y="319469"/>
                </a:lnTo>
                <a:cubicBezTo>
                  <a:pt x="137" y="381000"/>
                  <a:pt x="24310" y="439098"/>
                  <a:pt x="65926" y="482087"/>
                </a:cubicBezTo>
                <a:cubicBezTo>
                  <a:pt x="66339" y="376330"/>
                  <a:pt x="121003" y="278265"/>
                  <a:pt x="210690" y="222090"/>
                </a:cubicBezTo>
                <a:lnTo>
                  <a:pt x="213300" y="220442"/>
                </a:lnTo>
                <a:cubicBezTo>
                  <a:pt x="209866" y="215360"/>
                  <a:pt x="209454" y="208630"/>
                  <a:pt x="212750" y="202999"/>
                </a:cubicBezTo>
                <a:lnTo>
                  <a:pt x="297905" y="55488"/>
                </a:lnTo>
                <a:cubicBezTo>
                  <a:pt x="306970" y="39693"/>
                  <a:pt x="301614" y="19503"/>
                  <a:pt x="285819" y="10438"/>
                </a:cubicBezTo>
                <a:cubicBezTo>
                  <a:pt x="270024" y="1373"/>
                  <a:pt x="249971" y="6867"/>
                  <a:pt x="240906" y="22662"/>
                </a:cubicBezTo>
                <a:lnTo>
                  <a:pt x="147510" y="184457"/>
                </a:lnTo>
                <a:lnTo>
                  <a:pt x="147510" y="184457"/>
                </a:lnTo>
                <a:lnTo>
                  <a:pt x="147510" y="184457"/>
                </a:lnTo>
                <a:lnTo>
                  <a:pt x="88039" y="287467"/>
                </a:lnTo>
                <a:lnTo>
                  <a:pt x="88039" y="219755"/>
                </a:lnTo>
                <a:cubicBezTo>
                  <a:pt x="88039" y="195444"/>
                  <a:pt x="68261" y="175804"/>
                  <a:pt x="44088" y="175804"/>
                </a:cubicBezTo>
                <a:cubicBezTo>
                  <a:pt x="19915" y="175804"/>
                  <a:pt x="0" y="195582"/>
                  <a:pt x="0" y="219755"/>
                </a:cubicBezTo>
                <a:close/>
                <a:moveTo>
                  <a:pt x="293373" y="170447"/>
                </a:moveTo>
                <a:cubicBezTo>
                  <a:pt x="312739" y="158361"/>
                  <a:pt x="334302" y="153004"/>
                  <a:pt x="355453" y="153828"/>
                </a:cubicBezTo>
                <a:lnTo>
                  <a:pt x="405585" y="66888"/>
                </a:lnTo>
                <a:cubicBezTo>
                  <a:pt x="414650" y="51093"/>
                  <a:pt x="409293" y="30903"/>
                  <a:pt x="393499" y="21838"/>
                </a:cubicBezTo>
                <a:cubicBezTo>
                  <a:pt x="377704" y="12773"/>
                  <a:pt x="357514" y="18130"/>
                  <a:pt x="348449" y="33925"/>
                </a:cubicBezTo>
                <a:lnTo>
                  <a:pt x="256289" y="193522"/>
                </a:lnTo>
                <a:lnTo>
                  <a:pt x="293373" y="170310"/>
                </a:lnTo>
                <a:close/>
                <a:moveTo>
                  <a:pt x="412178" y="121415"/>
                </a:moveTo>
                <a:lnTo>
                  <a:pt x="389653" y="160421"/>
                </a:lnTo>
                <a:cubicBezTo>
                  <a:pt x="410392" y="167975"/>
                  <a:pt x="428934" y="181847"/>
                  <a:pt x="442257" y="201213"/>
                </a:cubicBezTo>
                <a:lnTo>
                  <a:pt x="469314" y="154240"/>
                </a:lnTo>
                <a:cubicBezTo>
                  <a:pt x="478379" y="138446"/>
                  <a:pt x="473022" y="118256"/>
                  <a:pt x="457227" y="109191"/>
                </a:cubicBezTo>
                <a:cubicBezTo>
                  <a:pt x="441433" y="100126"/>
                  <a:pt x="421243" y="105482"/>
                  <a:pt x="412178" y="121277"/>
                </a:cubicBezTo>
                <a:close/>
                <a:moveTo>
                  <a:pt x="475907" y="208904"/>
                </a:moveTo>
                <a:lnTo>
                  <a:pt x="458738" y="238709"/>
                </a:lnTo>
                <a:cubicBezTo>
                  <a:pt x="461485" y="250521"/>
                  <a:pt x="462172" y="262744"/>
                  <a:pt x="461073" y="274556"/>
                </a:cubicBezTo>
                <a:lnTo>
                  <a:pt x="466979" y="274556"/>
                </a:lnTo>
                <a:lnTo>
                  <a:pt x="466979" y="274556"/>
                </a:lnTo>
                <a:lnTo>
                  <a:pt x="514226" y="274556"/>
                </a:lnTo>
                <a:lnTo>
                  <a:pt x="533043" y="241868"/>
                </a:lnTo>
                <a:cubicBezTo>
                  <a:pt x="542108" y="226073"/>
                  <a:pt x="536751" y="205883"/>
                  <a:pt x="520956" y="196818"/>
                </a:cubicBezTo>
                <a:cubicBezTo>
                  <a:pt x="505161" y="187753"/>
                  <a:pt x="484972" y="193110"/>
                  <a:pt x="475907" y="208904"/>
                </a:cubicBezTo>
                <a:close/>
                <a:moveTo>
                  <a:pt x="388829" y="240357"/>
                </a:moveTo>
                <a:cubicBezTo>
                  <a:pt x="375918" y="219755"/>
                  <a:pt x="348861" y="213574"/>
                  <a:pt x="328259" y="226348"/>
                </a:cubicBezTo>
                <a:lnTo>
                  <a:pt x="245576" y="277990"/>
                </a:lnTo>
                <a:cubicBezTo>
                  <a:pt x="174842" y="322353"/>
                  <a:pt x="131853" y="399954"/>
                  <a:pt x="131853" y="483461"/>
                </a:cubicBezTo>
                <a:lnTo>
                  <a:pt x="131853" y="494448"/>
                </a:lnTo>
                <a:cubicBezTo>
                  <a:pt x="131853" y="506672"/>
                  <a:pt x="132952" y="518621"/>
                  <a:pt x="134875" y="530296"/>
                </a:cubicBezTo>
                <a:cubicBezTo>
                  <a:pt x="183495" y="541558"/>
                  <a:pt x="219755" y="585235"/>
                  <a:pt x="219755" y="637289"/>
                </a:cubicBezTo>
                <a:cubicBezTo>
                  <a:pt x="219755" y="645942"/>
                  <a:pt x="218793" y="654457"/>
                  <a:pt x="216871" y="662561"/>
                </a:cubicBezTo>
                <a:cubicBezTo>
                  <a:pt x="251482" y="688107"/>
                  <a:pt x="294334" y="703216"/>
                  <a:pt x="340620" y="703216"/>
                </a:cubicBezTo>
                <a:lnTo>
                  <a:pt x="582350" y="703216"/>
                </a:lnTo>
                <a:cubicBezTo>
                  <a:pt x="600618" y="703216"/>
                  <a:pt x="615314" y="688519"/>
                  <a:pt x="615314" y="670252"/>
                </a:cubicBezTo>
                <a:cubicBezTo>
                  <a:pt x="615314" y="651985"/>
                  <a:pt x="600618" y="637289"/>
                  <a:pt x="582350" y="637289"/>
                </a:cubicBezTo>
                <a:lnTo>
                  <a:pt x="455991" y="637289"/>
                </a:lnTo>
                <a:cubicBezTo>
                  <a:pt x="446926" y="637289"/>
                  <a:pt x="439510" y="629872"/>
                  <a:pt x="439510" y="620807"/>
                </a:cubicBezTo>
                <a:cubicBezTo>
                  <a:pt x="439510" y="611743"/>
                  <a:pt x="446926" y="604326"/>
                  <a:pt x="455991" y="604326"/>
                </a:cubicBezTo>
                <a:lnTo>
                  <a:pt x="626301" y="604326"/>
                </a:lnTo>
                <a:cubicBezTo>
                  <a:pt x="644568" y="604326"/>
                  <a:pt x="659265" y="589630"/>
                  <a:pt x="659265" y="571363"/>
                </a:cubicBezTo>
                <a:cubicBezTo>
                  <a:pt x="659265" y="553096"/>
                  <a:pt x="644568" y="538399"/>
                  <a:pt x="626301" y="538399"/>
                </a:cubicBezTo>
                <a:lnTo>
                  <a:pt x="455991" y="538399"/>
                </a:lnTo>
                <a:cubicBezTo>
                  <a:pt x="446926" y="538399"/>
                  <a:pt x="439510" y="530983"/>
                  <a:pt x="439510" y="521918"/>
                </a:cubicBezTo>
                <a:cubicBezTo>
                  <a:pt x="439510" y="512853"/>
                  <a:pt x="446926" y="505436"/>
                  <a:pt x="455991" y="505436"/>
                </a:cubicBezTo>
                <a:lnTo>
                  <a:pt x="670252" y="505436"/>
                </a:lnTo>
                <a:cubicBezTo>
                  <a:pt x="688519" y="505436"/>
                  <a:pt x="703216" y="490740"/>
                  <a:pt x="703216" y="472473"/>
                </a:cubicBezTo>
                <a:cubicBezTo>
                  <a:pt x="703216" y="454206"/>
                  <a:pt x="688519" y="439510"/>
                  <a:pt x="670252" y="439510"/>
                </a:cubicBezTo>
                <a:lnTo>
                  <a:pt x="455991" y="439510"/>
                </a:lnTo>
                <a:cubicBezTo>
                  <a:pt x="446926" y="439510"/>
                  <a:pt x="439510" y="432093"/>
                  <a:pt x="439510" y="423028"/>
                </a:cubicBezTo>
                <a:cubicBezTo>
                  <a:pt x="439510" y="413963"/>
                  <a:pt x="446926" y="406547"/>
                  <a:pt x="455991" y="406547"/>
                </a:cubicBezTo>
                <a:lnTo>
                  <a:pt x="626301" y="406547"/>
                </a:lnTo>
                <a:cubicBezTo>
                  <a:pt x="644568" y="406547"/>
                  <a:pt x="659265" y="391850"/>
                  <a:pt x="659265" y="373583"/>
                </a:cubicBezTo>
                <a:cubicBezTo>
                  <a:pt x="659265" y="355316"/>
                  <a:pt x="644568" y="340620"/>
                  <a:pt x="626301" y="340620"/>
                </a:cubicBezTo>
                <a:lnTo>
                  <a:pt x="439510" y="340620"/>
                </a:lnTo>
                <a:lnTo>
                  <a:pt x="439510" y="340620"/>
                </a:lnTo>
                <a:lnTo>
                  <a:pt x="439510" y="340620"/>
                </a:lnTo>
                <a:lnTo>
                  <a:pt x="311503" y="340620"/>
                </a:lnTo>
                <a:lnTo>
                  <a:pt x="374957" y="300927"/>
                </a:lnTo>
                <a:cubicBezTo>
                  <a:pt x="395559" y="288016"/>
                  <a:pt x="401739" y="260959"/>
                  <a:pt x="388966" y="240357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20" name="Text 18"/>
          <p:cNvSpPr/>
          <p:nvPr/>
        </p:nvSpPr>
        <p:spPr>
          <a:xfrm>
            <a:off x="9837130" y="4365797"/>
            <a:ext cx="2015885" cy="375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七步搓洗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48850" y="4834607"/>
            <a:ext cx="1992444" cy="32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认真搓洗20秒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87964" y="5725347"/>
            <a:ext cx="2437814" cy="3328554"/>
          </a:xfrm>
          <a:custGeom>
            <a:avLst/>
            <a:gdLst/>
            <a:ahLst/>
            <a:cxnLst/>
            <a:rect l="l" t="t" r="r" b="b"/>
            <a:pathLst>
              <a:path w="2437814" h="3328554">
                <a:moveTo>
                  <a:pt x="187517" y="0"/>
                </a:moveTo>
                <a:lnTo>
                  <a:pt x="2250297" y="0"/>
                </a:lnTo>
                <a:cubicBezTo>
                  <a:pt x="2353860" y="0"/>
                  <a:pt x="2437814" y="83954"/>
                  <a:pt x="2437814" y="187517"/>
                </a:cubicBezTo>
                <a:lnTo>
                  <a:pt x="2437814" y="3141037"/>
                </a:lnTo>
                <a:cubicBezTo>
                  <a:pt x="2437814" y="3244600"/>
                  <a:pt x="2353860" y="3328554"/>
                  <a:pt x="2250297" y="3328554"/>
                </a:cubicBezTo>
                <a:lnTo>
                  <a:pt x="187517" y="3328554"/>
                </a:lnTo>
                <a:cubicBezTo>
                  <a:pt x="83954" y="3328554"/>
                  <a:pt x="0" y="3244600"/>
                  <a:pt x="0" y="3141037"/>
                </a:cubicBezTo>
                <a:lnTo>
                  <a:pt x="0" y="187517"/>
                </a:lnTo>
                <a:cubicBezTo>
                  <a:pt x="0" y="84023"/>
                  <a:pt x="84023" y="0"/>
                  <a:pt x="1875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8061" y="6006633"/>
            <a:ext cx="937621" cy="937621"/>
          </a:xfrm>
          <a:custGeom>
            <a:avLst/>
            <a:gdLst/>
            <a:ahLst/>
            <a:cxnLst/>
            <a:rect l="l" t="t" r="r" b="b"/>
            <a:pathLst>
              <a:path w="937621" h="937621">
                <a:moveTo>
                  <a:pt x="468810" y="0"/>
                </a:moveTo>
                <a:lnTo>
                  <a:pt x="468810" y="0"/>
                </a:lnTo>
                <a:cubicBezTo>
                  <a:pt x="727554" y="0"/>
                  <a:pt x="937621" y="210067"/>
                  <a:pt x="937621" y="468810"/>
                </a:cubicBezTo>
                <a:lnTo>
                  <a:pt x="937621" y="468810"/>
                </a:lnTo>
                <a:cubicBezTo>
                  <a:pt x="937621" y="727554"/>
                  <a:pt x="727554" y="937621"/>
                  <a:pt x="468810" y="937621"/>
                </a:cubicBezTo>
                <a:lnTo>
                  <a:pt x="468810" y="937621"/>
                </a:lnTo>
                <a:cubicBezTo>
                  <a:pt x="210067" y="937621"/>
                  <a:pt x="0" y="727554"/>
                  <a:pt x="0" y="468810"/>
                </a:cubicBezTo>
                <a:lnTo>
                  <a:pt x="0" y="468810"/>
                </a:lnTo>
                <a:cubicBezTo>
                  <a:pt x="0" y="210067"/>
                  <a:pt x="210067" y="0"/>
                  <a:pt x="46881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77763" y="6241038"/>
            <a:ext cx="457090" cy="468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3166" y="7131778"/>
            <a:ext cx="527412" cy="703216"/>
          </a:xfrm>
          <a:custGeom>
            <a:avLst/>
            <a:gdLst/>
            <a:ahLst/>
            <a:cxnLst/>
            <a:rect l="l" t="t" r="r" b="b"/>
            <a:pathLst>
              <a:path w="527412" h="703216">
                <a:moveTo>
                  <a:pt x="263706" y="703216"/>
                </a:moveTo>
                <a:cubicBezTo>
                  <a:pt x="118118" y="703216"/>
                  <a:pt x="0" y="585097"/>
                  <a:pt x="0" y="439510"/>
                </a:cubicBezTo>
                <a:cubicBezTo>
                  <a:pt x="0" y="314249"/>
                  <a:pt x="178826" y="63042"/>
                  <a:pt x="228820" y="-4807"/>
                </a:cubicBezTo>
                <a:cubicBezTo>
                  <a:pt x="236923" y="-15795"/>
                  <a:pt x="249696" y="-21975"/>
                  <a:pt x="263431" y="-21975"/>
                </a:cubicBezTo>
                <a:lnTo>
                  <a:pt x="263981" y="-21975"/>
                </a:lnTo>
                <a:cubicBezTo>
                  <a:pt x="277715" y="-21975"/>
                  <a:pt x="290488" y="-15795"/>
                  <a:pt x="298592" y="-4807"/>
                </a:cubicBezTo>
                <a:cubicBezTo>
                  <a:pt x="348586" y="63042"/>
                  <a:pt x="527412" y="314249"/>
                  <a:pt x="527412" y="439510"/>
                </a:cubicBezTo>
                <a:cubicBezTo>
                  <a:pt x="527412" y="585097"/>
                  <a:pt x="409293" y="703216"/>
                  <a:pt x="263706" y="703216"/>
                </a:cubicBezTo>
                <a:close/>
                <a:moveTo>
                  <a:pt x="153828" y="428522"/>
                </a:moveTo>
                <a:cubicBezTo>
                  <a:pt x="153828" y="410255"/>
                  <a:pt x="139132" y="395559"/>
                  <a:pt x="120865" y="395559"/>
                </a:cubicBezTo>
                <a:cubicBezTo>
                  <a:pt x="102598" y="395559"/>
                  <a:pt x="87902" y="410255"/>
                  <a:pt x="87902" y="428522"/>
                </a:cubicBezTo>
                <a:cubicBezTo>
                  <a:pt x="87902" y="531669"/>
                  <a:pt x="171546" y="615314"/>
                  <a:pt x="274694" y="615314"/>
                </a:cubicBezTo>
                <a:cubicBezTo>
                  <a:pt x="292961" y="615314"/>
                  <a:pt x="307657" y="600618"/>
                  <a:pt x="307657" y="582350"/>
                </a:cubicBezTo>
                <a:cubicBezTo>
                  <a:pt x="307657" y="564083"/>
                  <a:pt x="292961" y="549387"/>
                  <a:pt x="274694" y="549387"/>
                </a:cubicBezTo>
                <a:cubicBezTo>
                  <a:pt x="207943" y="549387"/>
                  <a:pt x="153828" y="495273"/>
                  <a:pt x="153828" y="428522"/>
                </a:cubicBezTo>
                <a:close/>
              </a:path>
            </a:pathLst>
          </a:custGeom>
          <a:solidFill>
            <a:srgbClr val="89CFF0"/>
          </a:solidFill>
        </p:spPr>
      </p:sp>
      <p:sp>
        <p:nvSpPr>
          <p:cNvPr id="26" name="Text 24"/>
          <p:cNvSpPr/>
          <p:nvPr/>
        </p:nvSpPr>
        <p:spPr>
          <a:xfrm>
            <a:off x="4398929" y="7975637"/>
            <a:ext cx="2015885" cy="375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冲洗干净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10649" y="8444447"/>
            <a:ext cx="1992444" cy="32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把泡沫都冲掉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07065" y="5725347"/>
            <a:ext cx="2437814" cy="3328554"/>
          </a:xfrm>
          <a:custGeom>
            <a:avLst/>
            <a:gdLst/>
            <a:ahLst/>
            <a:cxnLst/>
            <a:rect l="l" t="t" r="r" b="b"/>
            <a:pathLst>
              <a:path w="2437814" h="3328554">
                <a:moveTo>
                  <a:pt x="187517" y="0"/>
                </a:moveTo>
                <a:lnTo>
                  <a:pt x="2250297" y="0"/>
                </a:lnTo>
                <a:cubicBezTo>
                  <a:pt x="2353860" y="0"/>
                  <a:pt x="2437814" y="83954"/>
                  <a:pt x="2437814" y="187517"/>
                </a:cubicBezTo>
                <a:lnTo>
                  <a:pt x="2437814" y="3141037"/>
                </a:lnTo>
                <a:cubicBezTo>
                  <a:pt x="2437814" y="3244600"/>
                  <a:pt x="2353860" y="3328554"/>
                  <a:pt x="2250297" y="3328554"/>
                </a:cubicBezTo>
                <a:lnTo>
                  <a:pt x="187517" y="3328554"/>
                </a:lnTo>
                <a:cubicBezTo>
                  <a:pt x="83954" y="3328554"/>
                  <a:pt x="0" y="3244600"/>
                  <a:pt x="0" y="3141037"/>
                </a:cubicBezTo>
                <a:lnTo>
                  <a:pt x="0" y="187517"/>
                </a:lnTo>
                <a:cubicBezTo>
                  <a:pt x="0" y="84023"/>
                  <a:pt x="84023" y="0"/>
                  <a:pt x="1875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7162" y="6006633"/>
            <a:ext cx="937621" cy="937621"/>
          </a:xfrm>
          <a:custGeom>
            <a:avLst/>
            <a:gdLst/>
            <a:ahLst/>
            <a:cxnLst/>
            <a:rect l="l" t="t" r="r" b="b"/>
            <a:pathLst>
              <a:path w="937621" h="937621">
                <a:moveTo>
                  <a:pt x="468810" y="0"/>
                </a:moveTo>
                <a:lnTo>
                  <a:pt x="468810" y="0"/>
                </a:lnTo>
                <a:cubicBezTo>
                  <a:pt x="727554" y="0"/>
                  <a:pt x="937621" y="210067"/>
                  <a:pt x="937621" y="468810"/>
                </a:cubicBezTo>
                <a:lnTo>
                  <a:pt x="937621" y="468810"/>
                </a:lnTo>
                <a:cubicBezTo>
                  <a:pt x="937621" y="727554"/>
                  <a:pt x="727554" y="937621"/>
                  <a:pt x="468810" y="937621"/>
                </a:cubicBezTo>
                <a:lnTo>
                  <a:pt x="468810" y="937621"/>
                </a:lnTo>
                <a:cubicBezTo>
                  <a:pt x="210067" y="937621"/>
                  <a:pt x="0" y="727554"/>
                  <a:pt x="0" y="468810"/>
                </a:cubicBezTo>
                <a:lnTo>
                  <a:pt x="0" y="468810"/>
                </a:lnTo>
                <a:cubicBezTo>
                  <a:pt x="0" y="210067"/>
                  <a:pt x="210067" y="0"/>
                  <a:pt x="46881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94497" y="6241038"/>
            <a:ext cx="468810" cy="468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2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86462" y="7131778"/>
            <a:ext cx="879019" cy="703216"/>
          </a:xfrm>
          <a:custGeom>
            <a:avLst/>
            <a:gdLst/>
            <a:ahLst/>
            <a:cxnLst/>
            <a:rect l="l" t="t" r="r" b="b"/>
            <a:pathLst>
              <a:path w="879019" h="703216">
                <a:moveTo>
                  <a:pt x="439510" y="0"/>
                </a:moveTo>
                <a:cubicBezTo>
                  <a:pt x="463820" y="0"/>
                  <a:pt x="483461" y="19641"/>
                  <a:pt x="483461" y="43951"/>
                </a:cubicBezTo>
                <a:lnTo>
                  <a:pt x="483461" y="329632"/>
                </a:lnTo>
                <a:cubicBezTo>
                  <a:pt x="483461" y="341719"/>
                  <a:pt x="493350" y="351608"/>
                  <a:pt x="505436" y="351608"/>
                </a:cubicBezTo>
                <a:cubicBezTo>
                  <a:pt x="517523" y="351608"/>
                  <a:pt x="527412" y="341719"/>
                  <a:pt x="527412" y="329632"/>
                </a:cubicBezTo>
                <a:lnTo>
                  <a:pt x="527412" y="87902"/>
                </a:lnTo>
                <a:cubicBezTo>
                  <a:pt x="527412" y="63592"/>
                  <a:pt x="547052" y="43951"/>
                  <a:pt x="571363" y="43951"/>
                </a:cubicBezTo>
                <a:cubicBezTo>
                  <a:pt x="595673" y="43951"/>
                  <a:pt x="615314" y="63592"/>
                  <a:pt x="615314" y="87902"/>
                </a:cubicBezTo>
                <a:lnTo>
                  <a:pt x="615314" y="329632"/>
                </a:lnTo>
                <a:cubicBezTo>
                  <a:pt x="615314" y="341719"/>
                  <a:pt x="625203" y="351608"/>
                  <a:pt x="637289" y="351608"/>
                </a:cubicBezTo>
                <a:cubicBezTo>
                  <a:pt x="649376" y="351608"/>
                  <a:pt x="659265" y="341719"/>
                  <a:pt x="659265" y="329632"/>
                </a:cubicBezTo>
                <a:lnTo>
                  <a:pt x="659265" y="175804"/>
                </a:lnTo>
                <a:cubicBezTo>
                  <a:pt x="659265" y="151494"/>
                  <a:pt x="678905" y="131853"/>
                  <a:pt x="703216" y="131853"/>
                </a:cubicBezTo>
                <a:cubicBezTo>
                  <a:pt x="727526" y="131853"/>
                  <a:pt x="747167" y="151494"/>
                  <a:pt x="747167" y="175804"/>
                </a:cubicBezTo>
                <a:lnTo>
                  <a:pt x="747167" y="420556"/>
                </a:lnTo>
                <a:cubicBezTo>
                  <a:pt x="720796" y="427973"/>
                  <a:pt x="699507" y="448575"/>
                  <a:pt x="691678" y="475907"/>
                </a:cubicBezTo>
                <a:lnTo>
                  <a:pt x="682751" y="507084"/>
                </a:lnTo>
                <a:lnTo>
                  <a:pt x="651573" y="516012"/>
                </a:lnTo>
                <a:cubicBezTo>
                  <a:pt x="616962" y="525901"/>
                  <a:pt x="593201" y="557491"/>
                  <a:pt x="593201" y="593475"/>
                </a:cubicBezTo>
                <a:cubicBezTo>
                  <a:pt x="593201" y="623829"/>
                  <a:pt x="610232" y="651161"/>
                  <a:pt x="636328" y="664758"/>
                </a:cubicBezTo>
                <a:cubicBezTo>
                  <a:pt x="598557" y="689206"/>
                  <a:pt x="553645" y="703353"/>
                  <a:pt x="505299" y="703353"/>
                </a:cubicBezTo>
                <a:lnTo>
                  <a:pt x="478928" y="703353"/>
                </a:lnTo>
                <a:cubicBezTo>
                  <a:pt x="397070" y="703353"/>
                  <a:pt x="318370" y="671901"/>
                  <a:pt x="259173" y="615451"/>
                </a:cubicBezTo>
                <a:lnTo>
                  <a:pt x="104933" y="468353"/>
                </a:lnTo>
                <a:cubicBezTo>
                  <a:pt x="82957" y="447476"/>
                  <a:pt x="82133" y="412590"/>
                  <a:pt x="103010" y="390614"/>
                </a:cubicBezTo>
                <a:cubicBezTo>
                  <a:pt x="123887" y="368639"/>
                  <a:pt x="158773" y="367815"/>
                  <a:pt x="180748" y="388691"/>
                </a:cubicBezTo>
                <a:lnTo>
                  <a:pt x="263843" y="467803"/>
                </a:lnTo>
                <a:cubicBezTo>
                  <a:pt x="263843" y="465743"/>
                  <a:pt x="263706" y="463545"/>
                  <a:pt x="263706" y="461485"/>
                </a:cubicBezTo>
                <a:lnTo>
                  <a:pt x="263706" y="87902"/>
                </a:lnTo>
                <a:cubicBezTo>
                  <a:pt x="263706" y="63592"/>
                  <a:pt x="283346" y="43951"/>
                  <a:pt x="307657" y="43951"/>
                </a:cubicBezTo>
                <a:cubicBezTo>
                  <a:pt x="331967" y="43951"/>
                  <a:pt x="351608" y="63592"/>
                  <a:pt x="351608" y="87902"/>
                </a:cubicBezTo>
                <a:lnTo>
                  <a:pt x="351608" y="329632"/>
                </a:lnTo>
                <a:cubicBezTo>
                  <a:pt x="351608" y="341719"/>
                  <a:pt x="361497" y="351608"/>
                  <a:pt x="373583" y="351608"/>
                </a:cubicBezTo>
                <a:cubicBezTo>
                  <a:pt x="385670" y="351608"/>
                  <a:pt x="395559" y="341719"/>
                  <a:pt x="395559" y="329632"/>
                </a:cubicBezTo>
                <a:lnTo>
                  <a:pt x="395559" y="43951"/>
                </a:lnTo>
                <a:cubicBezTo>
                  <a:pt x="395559" y="19641"/>
                  <a:pt x="415199" y="0"/>
                  <a:pt x="439510" y="0"/>
                </a:cubicBezTo>
                <a:close/>
                <a:moveTo>
                  <a:pt x="429483" y="448575"/>
                </a:moveTo>
                <a:cubicBezTo>
                  <a:pt x="427973" y="443218"/>
                  <a:pt x="423028" y="439510"/>
                  <a:pt x="417534" y="439510"/>
                </a:cubicBezTo>
                <a:cubicBezTo>
                  <a:pt x="412040" y="439510"/>
                  <a:pt x="407096" y="443218"/>
                  <a:pt x="405585" y="448575"/>
                </a:cubicBezTo>
                <a:lnTo>
                  <a:pt x="395559" y="483461"/>
                </a:lnTo>
                <a:lnTo>
                  <a:pt x="360673" y="493487"/>
                </a:lnTo>
                <a:cubicBezTo>
                  <a:pt x="355316" y="494998"/>
                  <a:pt x="351608" y="499942"/>
                  <a:pt x="351608" y="505436"/>
                </a:cubicBezTo>
                <a:cubicBezTo>
                  <a:pt x="351608" y="510930"/>
                  <a:pt x="355316" y="515875"/>
                  <a:pt x="360673" y="517385"/>
                </a:cubicBezTo>
                <a:lnTo>
                  <a:pt x="395559" y="527412"/>
                </a:lnTo>
                <a:lnTo>
                  <a:pt x="405585" y="562298"/>
                </a:lnTo>
                <a:cubicBezTo>
                  <a:pt x="407096" y="567654"/>
                  <a:pt x="412040" y="571363"/>
                  <a:pt x="417534" y="571363"/>
                </a:cubicBezTo>
                <a:cubicBezTo>
                  <a:pt x="423028" y="571363"/>
                  <a:pt x="427973" y="567654"/>
                  <a:pt x="429483" y="562298"/>
                </a:cubicBezTo>
                <a:lnTo>
                  <a:pt x="439510" y="527412"/>
                </a:lnTo>
                <a:lnTo>
                  <a:pt x="474396" y="517385"/>
                </a:lnTo>
                <a:cubicBezTo>
                  <a:pt x="479752" y="515875"/>
                  <a:pt x="483461" y="510930"/>
                  <a:pt x="483461" y="505436"/>
                </a:cubicBezTo>
                <a:cubicBezTo>
                  <a:pt x="483461" y="499942"/>
                  <a:pt x="479752" y="494998"/>
                  <a:pt x="474396" y="493487"/>
                </a:cubicBezTo>
                <a:lnTo>
                  <a:pt x="439510" y="483461"/>
                </a:lnTo>
                <a:lnTo>
                  <a:pt x="429483" y="448575"/>
                </a:lnTo>
                <a:close/>
                <a:moveTo>
                  <a:pt x="142841" y="164816"/>
                </a:moveTo>
                <a:lnTo>
                  <a:pt x="209179" y="183770"/>
                </a:lnTo>
                <a:cubicBezTo>
                  <a:pt x="215497" y="185556"/>
                  <a:pt x="219755" y="191324"/>
                  <a:pt x="219755" y="197779"/>
                </a:cubicBezTo>
                <a:cubicBezTo>
                  <a:pt x="219755" y="204235"/>
                  <a:pt x="215497" y="210003"/>
                  <a:pt x="209179" y="211789"/>
                </a:cubicBezTo>
                <a:lnTo>
                  <a:pt x="142841" y="230743"/>
                </a:lnTo>
                <a:lnTo>
                  <a:pt x="123887" y="297081"/>
                </a:lnTo>
                <a:cubicBezTo>
                  <a:pt x="122101" y="303399"/>
                  <a:pt x="116333" y="307657"/>
                  <a:pt x="109877" y="307657"/>
                </a:cubicBezTo>
                <a:cubicBezTo>
                  <a:pt x="103422" y="307657"/>
                  <a:pt x="97654" y="303399"/>
                  <a:pt x="95868" y="297081"/>
                </a:cubicBezTo>
                <a:lnTo>
                  <a:pt x="76914" y="230743"/>
                </a:lnTo>
                <a:lnTo>
                  <a:pt x="10576" y="211789"/>
                </a:lnTo>
                <a:cubicBezTo>
                  <a:pt x="4258" y="210003"/>
                  <a:pt x="0" y="204235"/>
                  <a:pt x="0" y="197779"/>
                </a:cubicBezTo>
                <a:cubicBezTo>
                  <a:pt x="0" y="191324"/>
                  <a:pt x="4258" y="185556"/>
                  <a:pt x="10576" y="183770"/>
                </a:cubicBezTo>
                <a:lnTo>
                  <a:pt x="76914" y="164816"/>
                </a:lnTo>
                <a:lnTo>
                  <a:pt x="95868" y="98478"/>
                </a:lnTo>
                <a:cubicBezTo>
                  <a:pt x="97654" y="92160"/>
                  <a:pt x="103422" y="87902"/>
                  <a:pt x="109877" y="87902"/>
                </a:cubicBezTo>
                <a:cubicBezTo>
                  <a:pt x="116333" y="87902"/>
                  <a:pt x="122101" y="92160"/>
                  <a:pt x="123887" y="98478"/>
                </a:cubicBezTo>
                <a:lnTo>
                  <a:pt x="142841" y="164816"/>
                </a:lnTo>
                <a:close/>
                <a:moveTo>
                  <a:pt x="802105" y="560375"/>
                </a:moveTo>
                <a:lnTo>
                  <a:pt x="868444" y="579329"/>
                </a:lnTo>
                <a:cubicBezTo>
                  <a:pt x="874762" y="581114"/>
                  <a:pt x="879019" y="586883"/>
                  <a:pt x="879019" y="593338"/>
                </a:cubicBezTo>
                <a:cubicBezTo>
                  <a:pt x="879019" y="599793"/>
                  <a:pt x="874762" y="605562"/>
                  <a:pt x="868444" y="607348"/>
                </a:cubicBezTo>
                <a:lnTo>
                  <a:pt x="802105" y="626301"/>
                </a:lnTo>
                <a:lnTo>
                  <a:pt x="783151" y="692640"/>
                </a:lnTo>
                <a:cubicBezTo>
                  <a:pt x="781366" y="698958"/>
                  <a:pt x="775597" y="703216"/>
                  <a:pt x="769142" y="703216"/>
                </a:cubicBezTo>
                <a:cubicBezTo>
                  <a:pt x="762687" y="703216"/>
                  <a:pt x="756918" y="698958"/>
                  <a:pt x="755133" y="692640"/>
                </a:cubicBezTo>
                <a:lnTo>
                  <a:pt x="736179" y="626301"/>
                </a:lnTo>
                <a:lnTo>
                  <a:pt x="669840" y="607348"/>
                </a:lnTo>
                <a:cubicBezTo>
                  <a:pt x="663522" y="605562"/>
                  <a:pt x="659265" y="599793"/>
                  <a:pt x="659265" y="593338"/>
                </a:cubicBezTo>
                <a:cubicBezTo>
                  <a:pt x="659265" y="586883"/>
                  <a:pt x="663522" y="581114"/>
                  <a:pt x="669840" y="579329"/>
                </a:cubicBezTo>
                <a:lnTo>
                  <a:pt x="736179" y="560375"/>
                </a:lnTo>
                <a:lnTo>
                  <a:pt x="755133" y="494036"/>
                </a:lnTo>
                <a:cubicBezTo>
                  <a:pt x="756918" y="487718"/>
                  <a:pt x="762687" y="483461"/>
                  <a:pt x="769142" y="483461"/>
                </a:cubicBezTo>
                <a:cubicBezTo>
                  <a:pt x="775597" y="483461"/>
                  <a:pt x="781366" y="487718"/>
                  <a:pt x="783151" y="494036"/>
                </a:cubicBezTo>
                <a:lnTo>
                  <a:pt x="802105" y="560375"/>
                </a:lnTo>
                <a:close/>
              </a:path>
            </a:pathLst>
          </a:custGeom>
          <a:solidFill>
            <a:srgbClr val="FFDAB9"/>
          </a:solidFill>
        </p:spPr>
      </p:sp>
      <p:sp>
        <p:nvSpPr>
          <p:cNvPr id="32" name="Text 30"/>
          <p:cNvSpPr/>
          <p:nvPr/>
        </p:nvSpPr>
        <p:spPr>
          <a:xfrm>
            <a:off x="7118030" y="7975637"/>
            <a:ext cx="2015885" cy="375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甩甩水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29750" y="8444447"/>
            <a:ext cx="1992444" cy="32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甩掉手上的水珠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626165" y="5725347"/>
            <a:ext cx="2437814" cy="3328554"/>
          </a:xfrm>
          <a:custGeom>
            <a:avLst/>
            <a:gdLst/>
            <a:ahLst/>
            <a:cxnLst/>
            <a:rect l="l" t="t" r="r" b="b"/>
            <a:pathLst>
              <a:path w="2437814" h="3328554">
                <a:moveTo>
                  <a:pt x="187517" y="0"/>
                </a:moveTo>
                <a:lnTo>
                  <a:pt x="2250297" y="0"/>
                </a:lnTo>
                <a:cubicBezTo>
                  <a:pt x="2353860" y="0"/>
                  <a:pt x="2437814" y="83954"/>
                  <a:pt x="2437814" y="187517"/>
                </a:cubicBezTo>
                <a:lnTo>
                  <a:pt x="2437814" y="3141037"/>
                </a:lnTo>
                <a:cubicBezTo>
                  <a:pt x="2437814" y="3244600"/>
                  <a:pt x="2353860" y="3328554"/>
                  <a:pt x="2250297" y="3328554"/>
                </a:cubicBezTo>
                <a:lnTo>
                  <a:pt x="187517" y="3328554"/>
                </a:lnTo>
                <a:cubicBezTo>
                  <a:pt x="83954" y="3328554"/>
                  <a:pt x="0" y="3244600"/>
                  <a:pt x="0" y="3141037"/>
                </a:cubicBezTo>
                <a:lnTo>
                  <a:pt x="0" y="187517"/>
                </a:lnTo>
                <a:cubicBezTo>
                  <a:pt x="0" y="84023"/>
                  <a:pt x="84023" y="0"/>
                  <a:pt x="18751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76262" y="6006633"/>
            <a:ext cx="937621" cy="937621"/>
          </a:xfrm>
          <a:custGeom>
            <a:avLst/>
            <a:gdLst/>
            <a:ahLst/>
            <a:cxnLst/>
            <a:rect l="l" t="t" r="r" b="b"/>
            <a:pathLst>
              <a:path w="937621" h="937621">
                <a:moveTo>
                  <a:pt x="468810" y="0"/>
                </a:moveTo>
                <a:lnTo>
                  <a:pt x="468810" y="0"/>
                </a:lnTo>
                <a:cubicBezTo>
                  <a:pt x="727554" y="0"/>
                  <a:pt x="937621" y="210067"/>
                  <a:pt x="937621" y="468810"/>
                </a:cubicBezTo>
                <a:lnTo>
                  <a:pt x="937621" y="468810"/>
                </a:lnTo>
                <a:cubicBezTo>
                  <a:pt x="937621" y="727554"/>
                  <a:pt x="727554" y="937621"/>
                  <a:pt x="468810" y="937621"/>
                </a:cubicBezTo>
                <a:lnTo>
                  <a:pt x="468810" y="937621"/>
                </a:lnTo>
                <a:cubicBezTo>
                  <a:pt x="210067" y="937621"/>
                  <a:pt x="0" y="727554"/>
                  <a:pt x="0" y="468810"/>
                </a:cubicBezTo>
                <a:lnTo>
                  <a:pt x="0" y="468810"/>
                </a:lnTo>
                <a:cubicBezTo>
                  <a:pt x="0" y="210067"/>
                  <a:pt x="210067" y="0"/>
                  <a:pt x="46881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175804" dist="117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612696" y="6241038"/>
            <a:ext cx="468810" cy="468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2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537415" y="7131778"/>
            <a:ext cx="615314" cy="703216"/>
          </a:xfrm>
          <a:custGeom>
            <a:avLst/>
            <a:gdLst/>
            <a:ahLst/>
            <a:cxnLst/>
            <a:rect l="l" t="t" r="r" b="b"/>
            <a:pathLst>
              <a:path w="615314" h="703216">
                <a:moveTo>
                  <a:pt x="87902" y="43951"/>
                </a:moveTo>
                <a:lnTo>
                  <a:pt x="527412" y="43951"/>
                </a:lnTo>
                <a:cubicBezTo>
                  <a:pt x="575895" y="43951"/>
                  <a:pt x="615314" y="83370"/>
                  <a:pt x="615314" y="131853"/>
                </a:cubicBezTo>
                <a:lnTo>
                  <a:pt x="615314" y="571363"/>
                </a:lnTo>
                <a:cubicBezTo>
                  <a:pt x="615314" y="619846"/>
                  <a:pt x="575895" y="659265"/>
                  <a:pt x="527412" y="659265"/>
                </a:cubicBezTo>
                <a:lnTo>
                  <a:pt x="87902" y="659265"/>
                </a:lnTo>
                <a:cubicBezTo>
                  <a:pt x="39419" y="659265"/>
                  <a:pt x="0" y="619846"/>
                  <a:pt x="0" y="571363"/>
                </a:cubicBezTo>
                <a:lnTo>
                  <a:pt x="0" y="131853"/>
                </a:lnTo>
                <a:cubicBezTo>
                  <a:pt x="0" y="83370"/>
                  <a:pt x="39419" y="43951"/>
                  <a:pt x="87902" y="43951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38" name="Text 36"/>
          <p:cNvSpPr/>
          <p:nvPr/>
        </p:nvSpPr>
        <p:spPr>
          <a:xfrm>
            <a:off x="9837130" y="7975637"/>
            <a:ext cx="2015885" cy="375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用毛巾擦干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48850" y="8444447"/>
            <a:ext cx="1992444" cy="32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5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用干净毛巾擦干手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5b0988e595225.cdn.sohucs.com/ae1cd53ae92310cdc26465618bfb8ab9b4dc7eb7.jpeg"/>
          <p:cNvPicPr>
            <a:picLocks noChangeAspect="1"/>
          </p:cNvPicPr>
          <p:nvPr/>
        </p:nvPicPr>
        <p:blipFill>
          <a:blip r:embed="rId1">
            <a:alphaModFix amt="15000"/>
          </a:blip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89CFF0">
              <a:alpha val="2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7461250" y="1143124"/>
            <a:ext cx="1333500" cy="1524000"/>
          </a:xfrm>
          <a:custGeom>
            <a:avLst/>
            <a:gdLst/>
            <a:ahLst/>
            <a:cxnLst/>
            <a:rect l="l" t="t" r="r" b="b"/>
            <a:pathLst>
              <a:path w="1333500" h="1524000">
                <a:moveTo>
                  <a:pt x="731937" y="-77093"/>
                </a:moveTo>
                <a:cubicBezTo>
                  <a:pt x="692051" y="-101501"/>
                  <a:pt x="641747" y="-101501"/>
                  <a:pt x="601861" y="-77093"/>
                </a:cubicBezTo>
                <a:cubicBezTo>
                  <a:pt x="529233" y="-32742"/>
                  <a:pt x="484287" y="-20836"/>
                  <a:pt x="399157" y="-22622"/>
                </a:cubicBezTo>
                <a:cubicBezTo>
                  <a:pt x="352425" y="-23812"/>
                  <a:pt x="308967" y="1488"/>
                  <a:pt x="286345" y="42565"/>
                </a:cubicBezTo>
                <a:cubicBezTo>
                  <a:pt x="245566" y="117277"/>
                  <a:pt x="212527" y="150316"/>
                  <a:pt x="137815" y="191095"/>
                </a:cubicBezTo>
                <a:cubicBezTo>
                  <a:pt x="96738" y="213420"/>
                  <a:pt x="71735" y="257175"/>
                  <a:pt x="72628" y="303907"/>
                </a:cubicBezTo>
                <a:cubicBezTo>
                  <a:pt x="74712" y="389037"/>
                  <a:pt x="62508" y="433983"/>
                  <a:pt x="18157" y="506611"/>
                </a:cubicBezTo>
                <a:cubicBezTo>
                  <a:pt x="-6251" y="546497"/>
                  <a:pt x="-6251" y="596801"/>
                  <a:pt x="18157" y="636687"/>
                </a:cubicBezTo>
                <a:cubicBezTo>
                  <a:pt x="62508" y="709315"/>
                  <a:pt x="74414" y="754261"/>
                  <a:pt x="72628" y="839391"/>
                </a:cubicBezTo>
                <a:cubicBezTo>
                  <a:pt x="71437" y="886123"/>
                  <a:pt x="96738" y="929580"/>
                  <a:pt x="137815" y="952202"/>
                </a:cubicBezTo>
                <a:cubicBezTo>
                  <a:pt x="203597" y="988219"/>
                  <a:pt x="236934" y="1017984"/>
                  <a:pt x="272058" y="1075730"/>
                </a:cubicBezTo>
                <a:lnTo>
                  <a:pt x="127099" y="1364754"/>
                </a:lnTo>
                <a:cubicBezTo>
                  <a:pt x="109538" y="1400175"/>
                  <a:pt x="123825" y="1443038"/>
                  <a:pt x="158948" y="1460599"/>
                </a:cubicBezTo>
                <a:lnTo>
                  <a:pt x="414933" y="1588591"/>
                </a:lnTo>
                <a:cubicBezTo>
                  <a:pt x="449163" y="1605558"/>
                  <a:pt x="490835" y="1592759"/>
                  <a:pt x="509290" y="1559421"/>
                </a:cubicBezTo>
                <a:lnTo>
                  <a:pt x="666452" y="1276350"/>
                </a:lnTo>
                <a:lnTo>
                  <a:pt x="823615" y="1559421"/>
                </a:lnTo>
                <a:cubicBezTo>
                  <a:pt x="842070" y="1592759"/>
                  <a:pt x="883741" y="1605855"/>
                  <a:pt x="917972" y="1588591"/>
                </a:cubicBezTo>
                <a:lnTo>
                  <a:pt x="1173956" y="1460599"/>
                </a:lnTo>
                <a:cubicBezTo>
                  <a:pt x="1209377" y="1443038"/>
                  <a:pt x="1223665" y="1400175"/>
                  <a:pt x="1205805" y="1364754"/>
                </a:cubicBezTo>
                <a:lnTo>
                  <a:pt x="1061145" y="1075432"/>
                </a:lnTo>
                <a:cubicBezTo>
                  <a:pt x="1095970" y="1017687"/>
                  <a:pt x="1129605" y="987921"/>
                  <a:pt x="1195387" y="951905"/>
                </a:cubicBezTo>
                <a:cubicBezTo>
                  <a:pt x="1236464" y="929580"/>
                  <a:pt x="1261467" y="885825"/>
                  <a:pt x="1260574" y="839093"/>
                </a:cubicBezTo>
                <a:cubicBezTo>
                  <a:pt x="1258491" y="753963"/>
                  <a:pt x="1270695" y="709017"/>
                  <a:pt x="1315045" y="636389"/>
                </a:cubicBezTo>
                <a:cubicBezTo>
                  <a:pt x="1339453" y="596503"/>
                  <a:pt x="1339453" y="546199"/>
                  <a:pt x="1315045" y="506313"/>
                </a:cubicBezTo>
                <a:cubicBezTo>
                  <a:pt x="1270695" y="433685"/>
                  <a:pt x="1258788" y="388739"/>
                  <a:pt x="1260574" y="303609"/>
                </a:cubicBezTo>
                <a:cubicBezTo>
                  <a:pt x="1261765" y="256877"/>
                  <a:pt x="1236464" y="213420"/>
                  <a:pt x="1195387" y="190798"/>
                </a:cubicBezTo>
                <a:cubicBezTo>
                  <a:pt x="1120676" y="150019"/>
                  <a:pt x="1087636" y="116979"/>
                  <a:pt x="1046857" y="42267"/>
                </a:cubicBezTo>
                <a:cubicBezTo>
                  <a:pt x="1024533" y="1191"/>
                  <a:pt x="980777" y="-23812"/>
                  <a:pt x="934045" y="-22920"/>
                </a:cubicBezTo>
                <a:cubicBezTo>
                  <a:pt x="848916" y="-20836"/>
                  <a:pt x="803970" y="-33040"/>
                  <a:pt x="731341" y="-77391"/>
                </a:cubicBezTo>
                <a:close/>
                <a:moveTo>
                  <a:pt x="666750" y="285750"/>
                </a:moveTo>
                <a:cubicBezTo>
                  <a:pt x="824460" y="285750"/>
                  <a:pt x="952500" y="413790"/>
                  <a:pt x="952500" y="571500"/>
                </a:cubicBezTo>
                <a:cubicBezTo>
                  <a:pt x="952500" y="729210"/>
                  <a:pt x="824460" y="857250"/>
                  <a:pt x="666750" y="857250"/>
                </a:cubicBezTo>
                <a:cubicBezTo>
                  <a:pt x="509040" y="857250"/>
                  <a:pt x="381000" y="729210"/>
                  <a:pt x="381000" y="571500"/>
                </a:cubicBezTo>
                <a:cubicBezTo>
                  <a:pt x="381000" y="413790"/>
                  <a:pt x="509040" y="285750"/>
                  <a:pt x="666750" y="285750"/>
                </a:cubicBezTo>
                <a:close/>
              </a:path>
            </a:pathLst>
          </a:custGeom>
          <a:solidFill>
            <a:srgbClr val="FDE47F"/>
          </a:solidFill>
        </p:spPr>
      </p:sp>
      <p:sp>
        <p:nvSpPr>
          <p:cNvPr id="5" name="Text 2"/>
          <p:cNvSpPr/>
          <p:nvPr/>
        </p:nvSpPr>
        <p:spPr>
          <a:xfrm>
            <a:off x="5133242" y="2971924"/>
            <a:ext cx="59944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4A423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我是洗手小卫士！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64000" y="4038724"/>
            <a:ext cx="8128000" cy="2832100"/>
          </a:xfrm>
          <a:custGeom>
            <a:avLst/>
            <a:gdLst/>
            <a:ahLst/>
            <a:cxnLst/>
            <a:rect l="l" t="t" r="r" b="b"/>
            <a:pathLst>
              <a:path w="8128000" h="2832100">
                <a:moveTo>
                  <a:pt x="304791" y="0"/>
                </a:moveTo>
                <a:lnTo>
                  <a:pt x="7823209" y="0"/>
                </a:lnTo>
                <a:cubicBezTo>
                  <a:pt x="7991541" y="0"/>
                  <a:pt x="8128000" y="136459"/>
                  <a:pt x="8128000" y="304791"/>
                </a:cubicBezTo>
                <a:lnTo>
                  <a:pt x="8128000" y="2527309"/>
                </a:lnTo>
                <a:cubicBezTo>
                  <a:pt x="8128000" y="2695641"/>
                  <a:pt x="7991541" y="2832100"/>
                  <a:pt x="7823209" y="2832100"/>
                </a:cubicBezTo>
                <a:lnTo>
                  <a:pt x="304791" y="2832100"/>
                </a:lnTo>
                <a:cubicBezTo>
                  <a:pt x="136572" y="2832100"/>
                  <a:pt x="0" y="2695528"/>
                  <a:pt x="0" y="2527309"/>
                </a:cubicBezTo>
                <a:lnTo>
                  <a:pt x="0" y="304791"/>
                </a:lnTo>
                <a:cubicBezTo>
                  <a:pt x="0" y="136572"/>
                  <a:pt x="136572" y="0"/>
                  <a:pt x="3047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75150" y="4445124"/>
            <a:ext cx="7505700" cy="622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0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小朋友们，你们学会了吗？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94200" y="5267449"/>
            <a:ext cx="74676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从今天开始，让我们做一个</a:t>
            </a:r>
            <a:r>
              <a:rPr lang="en-US" sz="2400" b="1" dirty="0">
                <a:solidFill>
                  <a:srgbClr val="89CF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讲卫生、爱洗手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的好孩子！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94200" y="5965949"/>
            <a:ext cx="74676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</a:t>
            </a:r>
            <a:r>
              <a:rPr lang="en-US" sz="2400" b="1" dirty="0">
                <a:solidFill>
                  <a:srgbClr val="FFDAB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细菌宝宝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都赶跑，</a:t>
            </a:r>
            <a:r>
              <a:rPr lang="en-US" sz="2400" b="1" dirty="0">
                <a:solidFill>
                  <a:srgbClr val="FDE4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健康快乐</a:t>
            </a:r>
            <a:r>
              <a:rPr lang="en-US" sz="2400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每一天！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48858" y="7172449"/>
            <a:ext cx="2413000" cy="825500"/>
          </a:xfrm>
          <a:custGeom>
            <a:avLst/>
            <a:gdLst/>
            <a:ahLst/>
            <a:cxnLst/>
            <a:rect l="l" t="t" r="r" b="b"/>
            <a:pathLst>
              <a:path w="2413000" h="825500">
                <a:moveTo>
                  <a:pt x="412750" y="0"/>
                </a:moveTo>
                <a:lnTo>
                  <a:pt x="2000250" y="0"/>
                </a:lnTo>
                <a:cubicBezTo>
                  <a:pt x="2228053" y="0"/>
                  <a:pt x="2413000" y="184947"/>
                  <a:pt x="2413000" y="412750"/>
                </a:cubicBezTo>
                <a:lnTo>
                  <a:pt x="2413000" y="412750"/>
                </a:lnTo>
                <a:cubicBezTo>
                  <a:pt x="2413000" y="640553"/>
                  <a:pt x="2228053" y="825500"/>
                  <a:pt x="2000250" y="825500"/>
                </a:cubicBezTo>
                <a:lnTo>
                  <a:pt x="412750" y="825500"/>
                </a:lnTo>
                <a:cubicBezTo>
                  <a:pt x="184947" y="825500"/>
                  <a:pt x="0" y="640553"/>
                  <a:pt x="0" y="412750"/>
                </a:cubicBezTo>
                <a:lnTo>
                  <a:pt x="0" y="412750"/>
                </a:lnTo>
                <a:cubicBezTo>
                  <a:pt x="0" y="184947"/>
                  <a:pt x="184947" y="0"/>
                  <a:pt x="412750" y="0"/>
                </a:cubicBezTo>
                <a:close/>
              </a:path>
            </a:pathLst>
          </a:custGeom>
          <a:solidFill>
            <a:srgbClr val="89CFF0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6058" y="737564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85750" y="47625"/>
                </a:moveTo>
                <a:cubicBezTo>
                  <a:pt x="298892" y="47625"/>
                  <a:pt x="309563" y="36955"/>
                  <a:pt x="309563" y="23812"/>
                </a:cubicBezTo>
                <a:cubicBezTo>
                  <a:pt x="309563" y="10670"/>
                  <a:pt x="298892" y="0"/>
                  <a:pt x="285750" y="0"/>
                </a:cubicBezTo>
                <a:cubicBezTo>
                  <a:pt x="272608" y="0"/>
                  <a:pt x="261938" y="10670"/>
                  <a:pt x="261938" y="23812"/>
                </a:cubicBezTo>
                <a:cubicBezTo>
                  <a:pt x="261938" y="36955"/>
                  <a:pt x="272608" y="47625"/>
                  <a:pt x="285750" y="47625"/>
                </a:cubicBezTo>
                <a:close/>
                <a:moveTo>
                  <a:pt x="357188" y="142875"/>
                </a:moveTo>
                <a:cubicBezTo>
                  <a:pt x="370330" y="142875"/>
                  <a:pt x="381000" y="132205"/>
                  <a:pt x="381000" y="119063"/>
                </a:cubicBezTo>
                <a:cubicBezTo>
                  <a:pt x="381000" y="105920"/>
                  <a:pt x="370330" y="95250"/>
                  <a:pt x="357188" y="95250"/>
                </a:cubicBezTo>
                <a:cubicBezTo>
                  <a:pt x="344045" y="95250"/>
                  <a:pt x="333375" y="105920"/>
                  <a:pt x="333375" y="119063"/>
                </a:cubicBezTo>
                <a:cubicBezTo>
                  <a:pt x="333375" y="132205"/>
                  <a:pt x="344045" y="142875"/>
                  <a:pt x="357188" y="142875"/>
                </a:cubicBezTo>
                <a:close/>
                <a:moveTo>
                  <a:pt x="95250" y="345281"/>
                </a:moveTo>
                <a:cubicBezTo>
                  <a:pt x="95250" y="325568"/>
                  <a:pt x="79245" y="309563"/>
                  <a:pt x="59531" y="309563"/>
                </a:cubicBezTo>
                <a:cubicBezTo>
                  <a:pt x="39818" y="309563"/>
                  <a:pt x="23813" y="325568"/>
                  <a:pt x="23812" y="345281"/>
                </a:cubicBezTo>
                <a:cubicBezTo>
                  <a:pt x="23813" y="364995"/>
                  <a:pt x="39818" y="381000"/>
                  <a:pt x="59531" y="381000"/>
                </a:cubicBezTo>
                <a:cubicBezTo>
                  <a:pt x="79245" y="381000"/>
                  <a:pt x="95250" y="364995"/>
                  <a:pt x="95250" y="345281"/>
                </a:cubicBezTo>
                <a:close/>
                <a:moveTo>
                  <a:pt x="0" y="119063"/>
                </a:moveTo>
                <a:lnTo>
                  <a:pt x="74" y="173087"/>
                </a:lnTo>
                <a:cubicBezTo>
                  <a:pt x="74" y="206425"/>
                  <a:pt x="13171" y="237902"/>
                  <a:pt x="35719" y="261193"/>
                </a:cubicBezTo>
                <a:cubicBezTo>
                  <a:pt x="35942" y="203895"/>
                  <a:pt x="65559" y="150763"/>
                  <a:pt x="114151" y="120328"/>
                </a:cubicBezTo>
                <a:lnTo>
                  <a:pt x="115565" y="119435"/>
                </a:lnTo>
                <a:cubicBezTo>
                  <a:pt x="113705" y="116681"/>
                  <a:pt x="113481" y="113035"/>
                  <a:pt x="115267" y="109984"/>
                </a:cubicBezTo>
                <a:lnTo>
                  <a:pt x="161404" y="30063"/>
                </a:lnTo>
                <a:cubicBezTo>
                  <a:pt x="166315" y="21506"/>
                  <a:pt x="163413" y="10567"/>
                  <a:pt x="154856" y="5655"/>
                </a:cubicBezTo>
                <a:cubicBezTo>
                  <a:pt x="146298" y="744"/>
                  <a:pt x="135434" y="3721"/>
                  <a:pt x="130522" y="12278"/>
                </a:cubicBezTo>
                <a:lnTo>
                  <a:pt x="79921" y="99938"/>
                </a:lnTo>
                <a:lnTo>
                  <a:pt x="79921" y="99938"/>
                </a:lnTo>
                <a:lnTo>
                  <a:pt x="79921" y="99938"/>
                </a:lnTo>
                <a:lnTo>
                  <a:pt x="47699" y="155749"/>
                </a:lnTo>
                <a:lnTo>
                  <a:pt x="47699" y="119063"/>
                </a:lnTo>
                <a:cubicBezTo>
                  <a:pt x="47699" y="105891"/>
                  <a:pt x="36984" y="95250"/>
                  <a:pt x="23887" y="95250"/>
                </a:cubicBezTo>
                <a:cubicBezTo>
                  <a:pt x="10790" y="95250"/>
                  <a:pt x="0" y="105966"/>
                  <a:pt x="0" y="119063"/>
                </a:cubicBezTo>
                <a:close/>
                <a:moveTo>
                  <a:pt x="158948" y="92348"/>
                </a:moveTo>
                <a:cubicBezTo>
                  <a:pt x="169441" y="85799"/>
                  <a:pt x="181124" y="82897"/>
                  <a:pt x="192584" y="83344"/>
                </a:cubicBezTo>
                <a:lnTo>
                  <a:pt x="219745" y="36240"/>
                </a:lnTo>
                <a:cubicBezTo>
                  <a:pt x="224656" y="27682"/>
                  <a:pt x="221754" y="16743"/>
                  <a:pt x="213196" y="11832"/>
                </a:cubicBezTo>
                <a:cubicBezTo>
                  <a:pt x="204639" y="6921"/>
                  <a:pt x="193700" y="9823"/>
                  <a:pt x="188788" y="18380"/>
                </a:cubicBezTo>
                <a:lnTo>
                  <a:pt x="138857" y="104849"/>
                </a:lnTo>
                <a:lnTo>
                  <a:pt x="158948" y="92273"/>
                </a:lnTo>
                <a:close/>
                <a:moveTo>
                  <a:pt x="223317" y="65782"/>
                </a:moveTo>
                <a:lnTo>
                  <a:pt x="211113" y="86916"/>
                </a:lnTo>
                <a:cubicBezTo>
                  <a:pt x="222349" y="91008"/>
                  <a:pt x="232395" y="98524"/>
                  <a:pt x="239613" y="109017"/>
                </a:cubicBezTo>
                <a:lnTo>
                  <a:pt x="254273" y="83567"/>
                </a:lnTo>
                <a:cubicBezTo>
                  <a:pt x="259184" y="75009"/>
                  <a:pt x="256282" y="64071"/>
                  <a:pt x="247724" y="59159"/>
                </a:cubicBezTo>
                <a:cubicBezTo>
                  <a:pt x="239167" y="54248"/>
                  <a:pt x="228228" y="57150"/>
                  <a:pt x="223317" y="65708"/>
                </a:cubicBezTo>
                <a:close/>
                <a:moveTo>
                  <a:pt x="257845" y="113184"/>
                </a:moveTo>
                <a:lnTo>
                  <a:pt x="248543" y="129332"/>
                </a:lnTo>
                <a:cubicBezTo>
                  <a:pt x="250031" y="135731"/>
                  <a:pt x="250403" y="142354"/>
                  <a:pt x="249808" y="148754"/>
                </a:cubicBezTo>
                <a:lnTo>
                  <a:pt x="253008" y="148754"/>
                </a:lnTo>
                <a:lnTo>
                  <a:pt x="253008" y="148754"/>
                </a:lnTo>
                <a:lnTo>
                  <a:pt x="278606" y="148754"/>
                </a:lnTo>
                <a:lnTo>
                  <a:pt x="288801" y="131043"/>
                </a:lnTo>
                <a:cubicBezTo>
                  <a:pt x="293712" y="122486"/>
                  <a:pt x="290810" y="111547"/>
                  <a:pt x="282253" y="106635"/>
                </a:cubicBezTo>
                <a:cubicBezTo>
                  <a:pt x="273695" y="101724"/>
                  <a:pt x="262756" y="104626"/>
                  <a:pt x="257845" y="113184"/>
                </a:cubicBezTo>
                <a:close/>
                <a:moveTo>
                  <a:pt x="210666" y="130225"/>
                </a:moveTo>
                <a:cubicBezTo>
                  <a:pt x="203671" y="119063"/>
                  <a:pt x="189012" y="115714"/>
                  <a:pt x="177850" y="122634"/>
                </a:cubicBezTo>
                <a:lnTo>
                  <a:pt x="133052" y="150614"/>
                </a:lnTo>
                <a:cubicBezTo>
                  <a:pt x="94729" y="174650"/>
                  <a:pt x="71438" y="216694"/>
                  <a:pt x="71438" y="261938"/>
                </a:cubicBezTo>
                <a:lnTo>
                  <a:pt x="71438" y="267891"/>
                </a:lnTo>
                <a:cubicBezTo>
                  <a:pt x="71438" y="274513"/>
                  <a:pt x="72033" y="280988"/>
                  <a:pt x="73075" y="287313"/>
                </a:cubicBezTo>
                <a:cubicBezTo>
                  <a:pt x="99417" y="293415"/>
                  <a:pt x="119063" y="317078"/>
                  <a:pt x="119063" y="345281"/>
                </a:cubicBezTo>
                <a:cubicBezTo>
                  <a:pt x="119063" y="349969"/>
                  <a:pt x="118542" y="354583"/>
                  <a:pt x="117500" y="358973"/>
                </a:cubicBezTo>
                <a:cubicBezTo>
                  <a:pt x="136252" y="372814"/>
                  <a:pt x="159469" y="381000"/>
                  <a:pt x="184547" y="381000"/>
                </a:cubicBezTo>
                <a:lnTo>
                  <a:pt x="315516" y="381000"/>
                </a:lnTo>
                <a:cubicBezTo>
                  <a:pt x="325413" y="381000"/>
                  <a:pt x="333375" y="373038"/>
                  <a:pt x="333375" y="363141"/>
                </a:cubicBezTo>
                <a:cubicBezTo>
                  <a:pt x="333375" y="353244"/>
                  <a:pt x="325413" y="345281"/>
                  <a:pt x="315516" y="345281"/>
                </a:cubicBezTo>
                <a:lnTo>
                  <a:pt x="247055" y="345281"/>
                </a:lnTo>
                <a:cubicBezTo>
                  <a:pt x="242143" y="345281"/>
                  <a:pt x="238125" y="341263"/>
                  <a:pt x="238125" y="336352"/>
                </a:cubicBezTo>
                <a:cubicBezTo>
                  <a:pt x="238125" y="331440"/>
                  <a:pt x="242143" y="327422"/>
                  <a:pt x="247055" y="327422"/>
                </a:cubicBezTo>
                <a:lnTo>
                  <a:pt x="339328" y="327422"/>
                </a:lnTo>
                <a:cubicBezTo>
                  <a:pt x="349225" y="327422"/>
                  <a:pt x="357188" y="319460"/>
                  <a:pt x="357188" y="309563"/>
                </a:cubicBezTo>
                <a:cubicBezTo>
                  <a:pt x="357188" y="299665"/>
                  <a:pt x="349225" y="291703"/>
                  <a:pt x="339328" y="291703"/>
                </a:cubicBezTo>
                <a:lnTo>
                  <a:pt x="247055" y="291703"/>
                </a:lnTo>
                <a:cubicBezTo>
                  <a:pt x="242143" y="291703"/>
                  <a:pt x="238125" y="287685"/>
                  <a:pt x="238125" y="282773"/>
                </a:cubicBezTo>
                <a:cubicBezTo>
                  <a:pt x="238125" y="277862"/>
                  <a:pt x="242143" y="273844"/>
                  <a:pt x="247055" y="273844"/>
                </a:cubicBezTo>
                <a:lnTo>
                  <a:pt x="363141" y="273844"/>
                </a:lnTo>
                <a:cubicBezTo>
                  <a:pt x="373038" y="273844"/>
                  <a:pt x="381000" y="265881"/>
                  <a:pt x="381000" y="255984"/>
                </a:cubicBezTo>
                <a:cubicBezTo>
                  <a:pt x="381000" y="246087"/>
                  <a:pt x="373038" y="238125"/>
                  <a:pt x="363141" y="238125"/>
                </a:cubicBezTo>
                <a:lnTo>
                  <a:pt x="247055" y="238125"/>
                </a:lnTo>
                <a:cubicBezTo>
                  <a:pt x="242143" y="238125"/>
                  <a:pt x="238125" y="234107"/>
                  <a:pt x="238125" y="229195"/>
                </a:cubicBezTo>
                <a:cubicBezTo>
                  <a:pt x="238125" y="224284"/>
                  <a:pt x="242143" y="220266"/>
                  <a:pt x="247055" y="220266"/>
                </a:cubicBezTo>
                <a:lnTo>
                  <a:pt x="339328" y="220266"/>
                </a:lnTo>
                <a:cubicBezTo>
                  <a:pt x="349225" y="220266"/>
                  <a:pt x="357188" y="212303"/>
                  <a:pt x="357188" y="202406"/>
                </a:cubicBezTo>
                <a:cubicBezTo>
                  <a:pt x="357188" y="192509"/>
                  <a:pt x="349225" y="184547"/>
                  <a:pt x="339328" y="184547"/>
                </a:cubicBezTo>
                <a:lnTo>
                  <a:pt x="238125" y="184547"/>
                </a:lnTo>
                <a:lnTo>
                  <a:pt x="238125" y="184547"/>
                </a:lnTo>
                <a:lnTo>
                  <a:pt x="238125" y="184547"/>
                </a:lnTo>
                <a:lnTo>
                  <a:pt x="168771" y="184547"/>
                </a:lnTo>
                <a:lnTo>
                  <a:pt x="203150" y="163041"/>
                </a:lnTo>
                <a:cubicBezTo>
                  <a:pt x="214313" y="156046"/>
                  <a:pt x="217661" y="141387"/>
                  <a:pt x="210741" y="130225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12" name="Text 9"/>
          <p:cNvSpPr/>
          <p:nvPr/>
        </p:nvSpPr>
        <p:spPr>
          <a:xfrm>
            <a:off x="5142645" y="7391276"/>
            <a:ext cx="106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勤洗手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68246" y="7172449"/>
            <a:ext cx="2413000" cy="825500"/>
          </a:xfrm>
          <a:custGeom>
            <a:avLst/>
            <a:gdLst/>
            <a:ahLst/>
            <a:cxnLst/>
            <a:rect l="l" t="t" r="r" b="b"/>
            <a:pathLst>
              <a:path w="2413000" h="825500">
                <a:moveTo>
                  <a:pt x="412750" y="0"/>
                </a:moveTo>
                <a:lnTo>
                  <a:pt x="2000250" y="0"/>
                </a:lnTo>
                <a:cubicBezTo>
                  <a:pt x="2228053" y="0"/>
                  <a:pt x="2413000" y="184947"/>
                  <a:pt x="2413000" y="412750"/>
                </a:cubicBezTo>
                <a:lnTo>
                  <a:pt x="2413000" y="412750"/>
                </a:lnTo>
                <a:cubicBezTo>
                  <a:pt x="2413000" y="640553"/>
                  <a:pt x="2228053" y="825500"/>
                  <a:pt x="2000250" y="825500"/>
                </a:cubicBezTo>
                <a:lnTo>
                  <a:pt x="412750" y="825500"/>
                </a:lnTo>
                <a:cubicBezTo>
                  <a:pt x="184947" y="825500"/>
                  <a:pt x="0" y="640553"/>
                  <a:pt x="0" y="412750"/>
                </a:cubicBezTo>
                <a:lnTo>
                  <a:pt x="0" y="412750"/>
                </a:lnTo>
                <a:cubicBezTo>
                  <a:pt x="0" y="184947"/>
                  <a:pt x="184947" y="0"/>
                  <a:pt x="412750" y="0"/>
                </a:cubicBezTo>
                <a:close/>
              </a:path>
            </a:pathLst>
          </a:custGeom>
          <a:solidFill>
            <a:srgbClr val="FFDAB9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25446" y="737564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FDFCF8"/>
          </a:solidFill>
        </p:spPr>
      </p:sp>
      <p:sp>
        <p:nvSpPr>
          <p:cNvPr id="15" name="Text 12"/>
          <p:cNvSpPr/>
          <p:nvPr/>
        </p:nvSpPr>
        <p:spPr>
          <a:xfrm>
            <a:off x="7862033" y="7391276"/>
            <a:ext cx="106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DFC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讲卫生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487633" y="7172449"/>
            <a:ext cx="2717800" cy="825500"/>
          </a:xfrm>
          <a:custGeom>
            <a:avLst/>
            <a:gdLst/>
            <a:ahLst/>
            <a:cxnLst/>
            <a:rect l="l" t="t" r="r" b="b"/>
            <a:pathLst>
              <a:path w="2717800" h="825500">
                <a:moveTo>
                  <a:pt x="412750" y="0"/>
                </a:moveTo>
                <a:lnTo>
                  <a:pt x="2305050" y="0"/>
                </a:lnTo>
                <a:cubicBezTo>
                  <a:pt x="2532853" y="0"/>
                  <a:pt x="2717800" y="184947"/>
                  <a:pt x="2717800" y="412750"/>
                </a:cubicBezTo>
                <a:lnTo>
                  <a:pt x="2717800" y="412750"/>
                </a:lnTo>
                <a:cubicBezTo>
                  <a:pt x="2717800" y="640553"/>
                  <a:pt x="2532853" y="825500"/>
                  <a:pt x="2305050" y="825500"/>
                </a:cubicBezTo>
                <a:lnTo>
                  <a:pt x="412750" y="825500"/>
                </a:lnTo>
                <a:cubicBezTo>
                  <a:pt x="184947" y="825500"/>
                  <a:pt x="0" y="640553"/>
                  <a:pt x="0" y="412750"/>
                </a:cubicBezTo>
                <a:lnTo>
                  <a:pt x="0" y="412750"/>
                </a:lnTo>
                <a:cubicBezTo>
                  <a:pt x="0" y="184947"/>
                  <a:pt x="184947" y="0"/>
                  <a:pt x="412750" y="0"/>
                </a:cubicBezTo>
                <a:close/>
              </a:path>
            </a:pathLst>
          </a:custGeom>
          <a:solidFill>
            <a:srgbClr val="FDE47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944833" y="737564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3081" y="239539"/>
                </a:moveTo>
                <a:cubicBezTo>
                  <a:pt x="138261" y="260375"/>
                  <a:pt x="162818" y="273844"/>
                  <a:pt x="190500" y="273844"/>
                </a:cubicBezTo>
                <a:cubicBezTo>
                  <a:pt x="218182" y="273844"/>
                  <a:pt x="242739" y="260375"/>
                  <a:pt x="257919" y="239539"/>
                </a:cubicBezTo>
                <a:cubicBezTo>
                  <a:pt x="263723" y="231577"/>
                  <a:pt x="274886" y="229791"/>
                  <a:pt x="282848" y="235595"/>
                </a:cubicBezTo>
                <a:cubicBezTo>
                  <a:pt x="290810" y="241399"/>
                  <a:pt x="292596" y="252561"/>
                  <a:pt x="286792" y="260524"/>
                </a:cubicBezTo>
                <a:cubicBezTo>
                  <a:pt x="265137" y="290215"/>
                  <a:pt x="230088" y="309563"/>
                  <a:pt x="190500" y="309563"/>
                </a:cubicBezTo>
                <a:cubicBezTo>
                  <a:pt x="150912" y="309563"/>
                  <a:pt x="115863" y="290215"/>
                  <a:pt x="94208" y="260524"/>
                </a:cubicBezTo>
                <a:cubicBezTo>
                  <a:pt x="88404" y="252561"/>
                  <a:pt x="90190" y="241399"/>
                  <a:pt x="98152" y="235595"/>
                </a:cubicBezTo>
                <a:cubicBezTo>
                  <a:pt x="106114" y="229791"/>
                  <a:pt x="117277" y="231577"/>
                  <a:pt x="123081" y="239539"/>
                </a:cubicBezTo>
                <a:close/>
                <a:moveTo>
                  <a:pt x="130969" y="133945"/>
                </a:moveTo>
                <a:cubicBezTo>
                  <a:pt x="119435" y="133945"/>
                  <a:pt x="110133" y="143247"/>
                  <a:pt x="110133" y="154781"/>
                </a:cubicBezTo>
                <a:lnTo>
                  <a:pt x="110133" y="160734"/>
                </a:lnTo>
                <a:cubicBezTo>
                  <a:pt x="110133" y="168920"/>
                  <a:pt x="103436" y="175617"/>
                  <a:pt x="95250" y="175617"/>
                </a:cubicBezTo>
                <a:cubicBezTo>
                  <a:pt x="87064" y="175617"/>
                  <a:pt x="80367" y="168920"/>
                  <a:pt x="80367" y="160734"/>
                </a:cubicBezTo>
                <a:lnTo>
                  <a:pt x="80367" y="154781"/>
                </a:lnTo>
                <a:cubicBezTo>
                  <a:pt x="80367" y="126802"/>
                  <a:pt x="102989" y="104180"/>
                  <a:pt x="130969" y="104180"/>
                </a:cubicBezTo>
                <a:cubicBezTo>
                  <a:pt x="158948" y="104180"/>
                  <a:pt x="181570" y="126802"/>
                  <a:pt x="181570" y="154781"/>
                </a:cubicBezTo>
                <a:lnTo>
                  <a:pt x="181570" y="160734"/>
                </a:lnTo>
                <a:cubicBezTo>
                  <a:pt x="181570" y="168920"/>
                  <a:pt x="174873" y="175617"/>
                  <a:pt x="166688" y="175617"/>
                </a:cubicBezTo>
                <a:cubicBezTo>
                  <a:pt x="158502" y="175617"/>
                  <a:pt x="151805" y="168920"/>
                  <a:pt x="151805" y="160734"/>
                </a:cubicBezTo>
                <a:lnTo>
                  <a:pt x="151805" y="154781"/>
                </a:lnTo>
                <a:cubicBezTo>
                  <a:pt x="151805" y="143247"/>
                  <a:pt x="142503" y="133945"/>
                  <a:pt x="130969" y="133945"/>
                </a:cubicBezTo>
                <a:close/>
                <a:moveTo>
                  <a:pt x="229195" y="154781"/>
                </a:moveTo>
                <a:lnTo>
                  <a:pt x="229195" y="160734"/>
                </a:lnTo>
                <a:cubicBezTo>
                  <a:pt x="229195" y="168920"/>
                  <a:pt x="222498" y="175617"/>
                  <a:pt x="214313" y="175617"/>
                </a:cubicBezTo>
                <a:cubicBezTo>
                  <a:pt x="206127" y="175617"/>
                  <a:pt x="199430" y="168920"/>
                  <a:pt x="199430" y="160734"/>
                </a:cubicBezTo>
                <a:lnTo>
                  <a:pt x="199430" y="154781"/>
                </a:lnTo>
                <a:cubicBezTo>
                  <a:pt x="199430" y="126802"/>
                  <a:pt x="222052" y="104180"/>
                  <a:pt x="250031" y="104180"/>
                </a:cubicBezTo>
                <a:cubicBezTo>
                  <a:pt x="278011" y="104180"/>
                  <a:pt x="300633" y="126802"/>
                  <a:pt x="300633" y="154781"/>
                </a:cubicBezTo>
                <a:lnTo>
                  <a:pt x="300633" y="160734"/>
                </a:lnTo>
                <a:cubicBezTo>
                  <a:pt x="300633" y="168920"/>
                  <a:pt x="293936" y="175617"/>
                  <a:pt x="285750" y="175617"/>
                </a:cubicBezTo>
                <a:cubicBezTo>
                  <a:pt x="277564" y="175617"/>
                  <a:pt x="270867" y="168920"/>
                  <a:pt x="270867" y="160734"/>
                </a:cubicBezTo>
                <a:lnTo>
                  <a:pt x="270867" y="154781"/>
                </a:lnTo>
                <a:cubicBezTo>
                  <a:pt x="270867" y="143247"/>
                  <a:pt x="261565" y="133945"/>
                  <a:pt x="250031" y="133945"/>
                </a:cubicBezTo>
                <a:cubicBezTo>
                  <a:pt x="238497" y="133945"/>
                  <a:pt x="229195" y="143247"/>
                  <a:pt x="229195" y="154781"/>
                </a:cubicBezTo>
                <a:close/>
              </a:path>
            </a:pathLst>
          </a:custGeom>
          <a:solidFill>
            <a:srgbClr val="4A423F"/>
          </a:solidFill>
        </p:spPr>
      </p:sp>
      <p:sp>
        <p:nvSpPr>
          <p:cNvPr id="18" name="Text 15"/>
          <p:cNvSpPr/>
          <p:nvPr/>
        </p:nvSpPr>
        <p:spPr>
          <a:xfrm>
            <a:off x="10581421" y="7391276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423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健康快乐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1517</Words>
  <Application>WPS 演示</Application>
  <PresentationFormat>On-screen Show (16:9)</PresentationFormat>
  <Paragraphs>387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ZCOOL KuaiLe</vt:lpstr>
      <vt:lpstr>汇文明朝体</vt:lpstr>
      <vt:lpstr>ZCOOL KuaiLe</vt:lpstr>
      <vt:lpstr>ZCOOL KuaiLe</vt:lpstr>
      <vt:lpstr>MiSans</vt:lpstr>
      <vt:lpstr>MiSans</vt:lpstr>
      <vt:lpstr>MiSans</vt:lpstr>
      <vt:lpstr>MingLiU-ExtB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我会洗手</dc:title>
  <dc:creator>Kimi</dc:creator>
  <dc:subject>我会洗手</dc:subject>
  <cp:lastModifiedBy>WPS_1692149560</cp:lastModifiedBy>
  <cp:revision>2</cp:revision>
  <dcterms:created xsi:type="dcterms:W3CDTF">2025-12-31T16:45:00Z</dcterms:created>
  <dcterms:modified xsi:type="dcterms:W3CDTF">2025-12-31T16:56:54Z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{"Label":"我会洗手","ContentProducer":"001191110108MACG2KBH8F10000","ProduceID":"19b75466-9b12-8107-8000-000081b23530","ReservedCode1":"","ContentPropagator":"001191110108MACG2KBH8F20000","PropagateID":"19b75466-9b12-8107-8000-000081b23530","ReservedCode2":""}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0ED3CFCCF5724AC9B381C32925E10EC3_12</vt:lpwstr>
  </property>
</Properties>
</file>